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1831"/>
  </p:normalViewPr>
  <p:slideViewPr>
    <p:cSldViewPr snapToGrid="0">
      <p:cViewPr varScale="1">
        <p:scale>
          <a:sx n="113" d="100"/>
          <a:sy n="113" d="100"/>
        </p:scale>
        <p:origin x="42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D9F89-E7DF-5E25-CA3C-FA06C48ACC8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4311B7DB-3219-4311-AE9B-CE075701221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38135130-584F-938B-D088-37639DC58BF8}"/>
              </a:ext>
            </a:extLst>
          </p:cNvPr>
          <p:cNvSpPr>
            <a:spLocks noGrp="1"/>
          </p:cNvSpPr>
          <p:nvPr>
            <p:ph type="dt" sz="half" idx="10"/>
          </p:nvPr>
        </p:nvSpPr>
        <p:spPr/>
        <p:txBody>
          <a:bodyPr/>
          <a:lstStyle/>
          <a:p>
            <a:fld id="{6D33412E-3860-5741-9CAB-FE79A1084A5F}" type="datetimeFigureOut">
              <a:rPr lang="en-US" smtClean="0"/>
              <a:t>10/3/25</a:t>
            </a:fld>
            <a:endParaRPr lang="en-US"/>
          </a:p>
        </p:txBody>
      </p:sp>
      <p:sp>
        <p:nvSpPr>
          <p:cNvPr id="5" name="Footer Placeholder 4">
            <a:extLst>
              <a:ext uri="{FF2B5EF4-FFF2-40B4-BE49-F238E27FC236}">
                <a16:creationId xmlns:a16="http://schemas.microsoft.com/office/drawing/2014/main" id="{92830FAC-393A-A09F-3B1D-48B67B8F00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31F171-F0E4-D2DB-42F7-6715FB089388}"/>
              </a:ext>
            </a:extLst>
          </p:cNvPr>
          <p:cNvSpPr>
            <a:spLocks noGrp="1"/>
          </p:cNvSpPr>
          <p:nvPr>
            <p:ph type="sldNum" sz="quarter" idx="12"/>
          </p:nvPr>
        </p:nvSpPr>
        <p:spPr/>
        <p:txBody>
          <a:bodyPr/>
          <a:lstStyle/>
          <a:p>
            <a:fld id="{FF6C2105-DB3B-804B-ABF5-6AB2F8002D6B}" type="slidenum">
              <a:rPr lang="en-US" smtClean="0"/>
              <a:t>‹#›</a:t>
            </a:fld>
            <a:endParaRPr lang="en-US"/>
          </a:p>
        </p:txBody>
      </p:sp>
    </p:spTree>
    <p:extLst>
      <p:ext uri="{BB962C8B-B14F-4D97-AF65-F5344CB8AC3E}">
        <p14:creationId xmlns:p14="http://schemas.microsoft.com/office/powerpoint/2010/main" val="14352929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58267-9F8F-C378-4609-76E51454307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3E13BE3-53F9-E7F1-3381-588A2B387C0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E4EC4BA-58F7-39A8-06DF-393BD7E48448}"/>
              </a:ext>
            </a:extLst>
          </p:cNvPr>
          <p:cNvSpPr>
            <a:spLocks noGrp="1"/>
          </p:cNvSpPr>
          <p:nvPr>
            <p:ph type="dt" sz="half" idx="10"/>
          </p:nvPr>
        </p:nvSpPr>
        <p:spPr/>
        <p:txBody>
          <a:bodyPr/>
          <a:lstStyle/>
          <a:p>
            <a:fld id="{6D33412E-3860-5741-9CAB-FE79A1084A5F}" type="datetimeFigureOut">
              <a:rPr lang="en-US" smtClean="0"/>
              <a:t>10/3/25</a:t>
            </a:fld>
            <a:endParaRPr lang="en-US"/>
          </a:p>
        </p:txBody>
      </p:sp>
      <p:sp>
        <p:nvSpPr>
          <p:cNvPr id="5" name="Footer Placeholder 4">
            <a:extLst>
              <a:ext uri="{FF2B5EF4-FFF2-40B4-BE49-F238E27FC236}">
                <a16:creationId xmlns:a16="http://schemas.microsoft.com/office/drawing/2014/main" id="{D46D32F5-CA82-4D2F-9711-244A2912C4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418157-4FA9-D092-C70A-C93B4F4DFDE7}"/>
              </a:ext>
            </a:extLst>
          </p:cNvPr>
          <p:cNvSpPr>
            <a:spLocks noGrp="1"/>
          </p:cNvSpPr>
          <p:nvPr>
            <p:ph type="sldNum" sz="quarter" idx="12"/>
          </p:nvPr>
        </p:nvSpPr>
        <p:spPr/>
        <p:txBody>
          <a:bodyPr/>
          <a:lstStyle/>
          <a:p>
            <a:fld id="{FF6C2105-DB3B-804B-ABF5-6AB2F8002D6B}" type="slidenum">
              <a:rPr lang="en-US" smtClean="0"/>
              <a:t>‹#›</a:t>
            </a:fld>
            <a:endParaRPr lang="en-US"/>
          </a:p>
        </p:txBody>
      </p:sp>
    </p:spTree>
    <p:extLst>
      <p:ext uri="{BB962C8B-B14F-4D97-AF65-F5344CB8AC3E}">
        <p14:creationId xmlns:p14="http://schemas.microsoft.com/office/powerpoint/2010/main" val="19465353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EE0E3-E860-4802-5147-8A7BF715EB4E}"/>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663B4A43-D9F1-21DD-E33E-C9254C312BD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AF20680D-512C-2909-4CC8-75A5D60E7AE7}"/>
              </a:ext>
            </a:extLst>
          </p:cNvPr>
          <p:cNvSpPr>
            <a:spLocks noGrp="1"/>
          </p:cNvSpPr>
          <p:nvPr>
            <p:ph type="dt" sz="half" idx="10"/>
          </p:nvPr>
        </p:nvSpPr>
        <p:spPr/>
        <p:txBody>
          <a:bodyPr/>
          <a:lstStyle/>
          <a:p>
            <a:fld id="{6D33412E-3860-5741-9CAB-FE79A1084A5F}" type="datetimeFigureOut">
              <a:rPr lang="en-US" smtClean="0"/>
              <a:t>10/3/25</a:t>
            </a:fld>
            <a:endParaRPr lang="en-US"/>
          </a:p>
        </p:txBody>
      </p:sp>
      <p:sp>
        <p:nvSpPr>
          <p:cNvPr id="5" name="Footer Placeholder 4">
            <a:extLst>
              <a:ext uri="{FF2B5EF4-FFF2-40B4-BE49-F238E27FC236}">
                <a16:creationId xmlns:a16="http://schemas.microsoft.com/office/drawing/2014/main" id="{645F1DA3-3CF4-8DDE-BCED-C97C4E3645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C9182F-9EFF-6257-1675-C492A2F499F7}"/>
              </a:ext>
            </a:extLst>
          </p:cNvPr>
          <p:cNvSpPr>
            <a:spLocks noGrp="1"/>
          </p:cNvSpPr>
          <p:nvPr>
            <p:ph type="sldNum" sz="quarter" idx="12"/>
          </p:nvPr>
        </p:nvSpPr>
        <p:spPr/>
        <p:txBody>
          <a:bodyPr/>
          <a:lstStyle/>
          <a:p>
            <a:fld id="{FF6C2105-DB3B-804B-ABF5-6AB2F8002D6B}" type="slidenum">
              <a:rPr lang="en-US" smtClean="0"/>
              <a:t>‹#›</a:t>
            </a:fld>
            <a:endParaRPr lang="en-US"/>
          </a:p>
        </p:txBody>
      </p:sp>
    </p:spTree>
    <p:extLst>
      <p:ext uri="{BB962C8B-B14F-4D97-AF65-F5344CB8AC3E}">
        <p14:creationId xmlns:p14="http://schemas.microsoft.com/office/powerpoint/2010/main" val="32297017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AB511-4638-762F-8238-2C4DA7156DC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742FD80-D4DE-7727-6B99-828BBDD70D20}"/>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FD386D88-3B49-E14B-1E53-62FCC159B3D8}"/>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31D52F6-97C3-0424-EBA1-6661B4123122}"/>
              </a:ext>
            </a:extLst>
          </p:cNvPr>
          <p:cNvSpPr>
            <a:spLocks noGrp="1"/>
          </p:cNvSpPr>
          <p:nvPr>
            <p:ph type="dt" sz="half" idx="10"/>
          </p:nvPr>
        </p:nvSpPr>
        <p:spPr/>
        <p:txBody>
          <a:bodyPr/>
          <a:lstStyle/>
          <a:p>
            <a:fld id="{6D33412E-3860-5741-9CAB-FE79A1084A5F}" type="datetimeFigureOut">
              <a:rPr lang="en-US" smtClean="0"/>
              <a:t>10/3/25</a:t>
            </a:fld>
            <a:endParaRPr lang="en-US"/>
          </a:p>
        </p:txBody>
      </p:sp>
      <p:sp>
        <p:nvSpPr>
          <p:cNvPr id="6" name="Footer Placeholder 5">
            <a:extLst>
              <a:ext uri="{FF2B5EF4-FFF2-40B4-BE49-F238E27FC236}">
                <a16:creationId xmlns:a16="http://schemas.microsoft.com/office/drawing/2014/main" id="{21030341-B906-83F4-8195-13F4FAC79F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7723FC-FE51-A257-3E18-E8AC59A727F8}"/>
              </a:ext>
            </a:extLst>
          </p:cNvPr>
          <p:cNvSpPr>
            <a:spLocks noGrp="1"/>
          </p:cNvSpPr>
          <p:nvPr>
            <p:ph type="sldNum" sz="quarter" idx="12"/>
          </p:nvPr>
        </p:nvSpPr>
        <p:spPr/>
        <p:txBody>
          <a:bodyPr/>
          <a:lstStyle/>
          <a:p>
            <a:fld id="{FF6C2105-DB3B-804B-ABF5-6AB2F8002D6B}" type="slidenum">
              <a:rPr lang="en-US" smtClean="0"/>
              <a:t>‹#›</a:t>
            </a:fld>
            <a:endParaRPr lang="en-US"/>
          </a:p>
        </p:txBody>
      </p:sp>
    </p:spTree>
    <p:extLst>
      <p:ext uri="{BB962C8B-B14F-4D97-AF65-F5344CB8AC3E}">
        <p14:creationId xmlns:p14="http://schemas.microsoft.com/office/powerpoint/2010/main" val="41758968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5D713-2817-6480-1390-40F051772EE4}"/>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09792E5-AA2F-AA16-E59D-6A44C9CA3CA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0A7E38A-80FD-D910-EBF6-AC3B252A3A4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F490E984-F4AA-29EA-8087-324B00A37E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BB65159-004B-94EB-D551-73A83793626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EF066D0-FEFB-4649-E763-AECF42B9ECD1}"/>
              </a:ext>
            </a:extLst>
          </p:cNvPr>
          <p:cNvSpPr>
            <a:spLocks noGrp="1"/>
          </p:cNvSpPr>
          <p:nvPr>
            <p:ph type="dt" sz="half" idx="10"/>
          </p:nvPr>
        </p:nvSpPr>
        <p:spPr/>
        <p:txBody>
          <a:bodyPr/>
          <a:lstStyle/>
          <a:p>
            <a:fld id="{6D33412E-3860-5741-9CAB-FE79A1084A5F}" type="datetimeFigureOut">
              <a:rPr lang="en-US" smtClean="0"/>
              <a:t>10/3/25</a:t>
            </a:fld>
            <a:endParaRPr lang="en-US"/>
          </a:p>
        </p:txBody>
      </p:sp>
      <p:sp>
        <p:nvSpPr>
          <p:cNvPr id="8" name="Footer Placeholder 7">
            <a:extLst>
              <a:ext uri="{FF2B5EF4-FFF2-40B4-BE49-F238E27FC236}">
                <a16:creationId xmlns:a16="http://schemas.microsoft.com/office/drawing/2014/main" id="{A46F75DA-4291-C2F2-812F-7BD2D938E0E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CA7BB11-B058-77D3-3FB0-AF86E0B2D5A4}"/>
              </a:ext>
            </a:extLst>
          </p:cNvPr>
          <p:cNvSpPr>
            <a:spLocks noGrp="1"/>
          </p:cNvSpPr>
          <p:nvPr>
            <p:ph type="sldNum" sz="quarter" idx="12"/>
          </p:nvPr>
        </p:nvSpPr>
        <p:spPr/>
        <p:txBody>
          <a:bodyPr/>
          <a:lstStyle/>
          <a:p>
            <a:fld id="{FF6C2105-DB3B-804B-ABF5-6AB2F8002D6B}" type="slidenum">
              <a:rPr lang="en-US" smtClean="0"/>
              <a:t>‹#›</a:t>
            </a:fld>
            <a:endParaRPr lang="en-US"/>
          </a:p>
        </p:txBody>
      </p:sp>
    </p:spTree>
    <p:extLst>
      <p:ext uri="{BB962C8B-B14F-4D97-AF65-F5344CB8AC3E}">
        <p14:creationId xmlns:p14="http://schemas.microsoft.com/office/powerpoint/2010/main" val="21622568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1B432-CC71-1664-5AEC-836207401E13}"/>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6AA97ABD-1F2F-CE62-CCEC-EAEBB02FA3E0}"/>
              </a:ext>
            </a:extLst>
          </p:cNvPr>
          <p:cNvSpPr>
            <a:spLocks noGrp="1"/>
          </p:cNvSpPr>
          <p:nvPr>
            <p:ph type="dt" sz="half" idx="10"/>
          </p:nvPr>
        </p:nvSpPr>
        <p:spPr/>
        <p:txBody>
          <a:bodyPr/>
          <a:lstStyle/>
          <a:p>
            <a:fld id="{6D33412E-3860-5741-9CAB-FE79A1084A5F}" type="datetimeFigureOut">
              <a:rPr lang="en-US" smtClean="0"/>
              <a:t>10/3/25</a:t>
            </a:fld>
            <a:endParaRPr lang="en-US"/>
          </a:p>
        </p:txBody>
      </p:sp>
      <p:sp>
        <p:nvSpPr>
          <p:cNvPr id="4" name="Footer Placeholder 3">
            <a:extLst>
              <a:ext uri="{FF2B5EF4-FFF2-40B4-BE49-F238E27FC236}">
                <a16:creationId xmlns:a16="http://schemas.microsoft.com/office/drawing/2014/main" id="{20D77D17-3043-4551-2772-557504E9079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28CFA3E-02C6-0A73-ED5E-27DC994A6E9D}"/>
              </a:ext>
            </a:extLst>
          </p:cNvPr>
          <p:cNvSpPr>
            <a:spLocks noGrp="1"/>
          </p:cNvSpPr>
          <p:nvPr>
            <p:ph type="sldNum" sz="quarter" idx="12"/>
          </p:nvPr>
        </p:nvSpPr>
        <p:spPr/>
        <p:txBody>
          <a:bodyPr/>
          <a:lstStyle/>
          <a:p>
            <a:fld id="{FF6C2105-DB3B-804B-ABF5-6AB2F8002D6B}" type="slidenum">
              <a:rPr lang="en-US" smtClean="0"/>
              <a:t>‹#›</a:t>
            </a:fld>
            <a:endParaRPr lang="en-US"/>
          </a:p>
        </p:txBody>
      </p:sp>
    </p:spTree>
    <p:extLst>
      <p:ext uri="{BB962C8B-B14F-4D97-AF65-F5344CB8AC3E}">
        <p14:creationId xmlns:p14="http://schemas.microsoft.com/office/powerpoint/2010/main" val="3061165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F4E3A00-CE4D-6DE5-38D0-17CBA8B9156A}"/>
              </a:ext>
            </a:extLst>
          </p:cNvPr>
          <p:cNvSpPr>
            <a:spLocks noGrp="1"/>
          </p:cNvSpPr>
          <p:nvPr>
            <p:ph type="dt" sz="half" idx="10"/>
          </p:nvPr>
        </p:nvSpPr>
        <p:spPr/>
        <p:txBody>
          <a:bodyPr/>
          <a:lstStyle/>
          <a:p>
            <a:fld id="{6D33412E-3860-5741-9CAB-FE79A1084A5F}" type="datetimeFigureOut">
              <a:rPr lang="en-US" smtClean="0"/>
              <a:t>10/3/25</a:t>
            </a:fld>
            <a:endParaRPr lang="en-US"/>
          </a:p>
        </p:txBody>
      </p:sp>
      <p:sp>
        <p:nvSpPr>
          <p:cNvPr id="3" name="Footer Placeholder 2">
            <a:extLst>
              <a:ext uri="{FF2B5EF4-FFF2-40B4-BE49-F238E27FC236}">
                <a16:creationId xmlns:a16="http://schemas.microsoft.com/office/drawing/2014/main" id="{58B6EEFE-1248-0F50-9420-2D8795E49F0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18D0045-6CED-3053-0667-E8DE2DD3D869}"/>
              </a:ext>
            </a:extLst>
          </p:cNvPr>
          <p:cNvSpPr>
            <a:spLocks noGrp="1"/>
          </p:cNvSpPr>
          <p:nvPr>
            <p:ph type="sldNum" sz="quarter" idx="12"/>
          </p:nvPr>
        </p:nvSpPr>
        <p:spPr/>
        <p:txBody>
          <a:bodyPr/>
          <a:lstStyle/>
          <a:p>
            <a:fld id="{FF6C2105-DB3B-804B-ABF5-6AB2F8002D6B}" type="slidenum">
              <a:rPr lang="en-US" smtClean="0"/>
              <a:t>‹#›</a:t>
            </a:fld>
            <a:endParaRPr lang="en-US"/>
          </a:p>
        </p:txBody>
      </p:sp>
    </p:spTree>
    <p:extLst>
      <p:ext uri="{BB962C8B-B14F-4D97-AF65-F5344CB8AC3E}">
        <p14:creationId xmlns:p14="http://schemas.microsoft.com/office/powerpoint/2010/main" val="37950667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B2090-9D50-8FEB-A539-127AE1FB4A9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085A7430-CF16-AEE1-8A4B-33D0A05986E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376B51F4-6BD4-0C9F-E513-32F802665F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7707E06-BF8E-F8F6-C468-73673646BBFF}"/>
              </a:ext>
            </a:extLst>
          </p:cNvPr>
          <p:cNvSpPr>
            <a:spLocks noGrp="1"/>
          </p:cNvSpPr>
          <p:nvPr>
            <p:ph type="dt" sz="half" idx="10"/>
          </p:nvPr>
        </p:nvSpPr>
        <p:spPr/>
        <p:txBody>
          <a:bodyPr/>
          <a:lstStyle/>
          <a:p>
            <a:fld id="{6D33412E-3860-5741-9CAB-FE79A1084A5F}" type="datetimeFigureOut">
              <a:rPr lang="en-US" smtClean="0"/>
              <a:t>10/3/25</a:t>
            </a:fld>
            <a:endParaRPr lang="en-US"/>
          </a:p>
        </p:txBody>
      </p:sp>
      <p:sp>
        <p:nvSpPr>
          <p:cNvPr id="6" name="Footer Placeholder 5">
            <a:extLst>
              <a:ext uri="{FF2B5EF4-FFF2-40B4-BE49-F238E27FC236}">
                <a16:creationId xmlns:a16="http://schemas.microsoft.com/office/drawing/2014/main" id="{76E2E0B3-DE5E-AF03-2B47-075A4393B7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F87391-090E-C687-F3D3-CB66FB7ED23F}"/>
              </a:ext>
            </a:extLst>
          </p:cNvPr>
          <p:cNvSpPr>
            <a:spLocks noGrp="1"/>
          </p:cNvSpPr>
          <p:nvPr>
            <p:ph type="sldNum" sz="quarter" idx="12"/>
          </p:nvPr>
        </p:nvSpPr>
        <p:spPr/>
        <p:txBody>
          <a:bodyPr/>
          <a:lstStyle/>
          <a:p>
            <a:fld id="{FF6C2105-DB3B-804B-ABF5-6AB2F8002D6B}" type="slidenum">
              <a:rPr lang="en-US" smtClean="0"/>
              <a:t>‹#›</a:t>
            </a:fld>
            <a:endParaRPr lang="en-US"/>
          </a:p>
        </p:txBody>
      </p:sp>
    </p:spTree>
    <p:extLst>
      <p:ext uri="{BB962C8B-B14F-4D97-AF65-F5344CB8AC3E}">
        <p14:creationId xmlns:p14="http://schemas.microsoft.com/office/powerpoint/2010/main" val="11403599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A6C24-50B5-B5FD-7041-549EA511C19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465A8175-AB3F-E83E-996A-08AFC92B71C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AA5121D-F57A-4E15-35CC-17F203AE85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8CCA9BC-4C40-697D-584D-B2F171D36895}"/>
              </a:ext>
            </a:extLst>
          </p:cNvPr>
          <p:cNvSpPr>
            <a:spLocks noGrp="1"/>
          </p:cNvSpPr>
          <p:nvPr>
            <p:ph type="dt" sz="half" idx="10"/>
          </p:nvPr>
        </p:nvSpPr>
        <p:spPr/>
        <p:txBody>
          <a:bodyPr/>
          <a:lstStyle/>
          <a:p>
            <a:fld id="{6D33412E-3860-5741-9CAB-FE79A1084A5F}" type="datetimeFigureOut">
              <a:rPr lang="en-US" smtClean="0"/>
              <a:t>10/3/25</a:t>
            </a:fld>
            <a:endParaRPr lang="en-US"/>
          </a:p>
        </p:txBody>
      </p:sp>
      <p:sp>
        <p:nvSpPr>
          <p:cNvPr id="6" name="Footer Placeholder 5">
            <a:extLst>
              <a:ext uri="{FF2B5EF4-FFF2-40B4-BE49-F238E27FC236}">
                <a16:creationId xmlns:a16="http://schemas.microsoft.com/office/drawing/2014/main" id="{7FA0499A-D0EB-3422-D9B9-BF58E34A62B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A01978-07EC-FD20-94A7-C497A1DC9379}"/>
              </a:ext>
            </a:extLst>
          </p:cNvPr>
          <p:cNvSpPr>
            <a:spLocks noGrp="1"/>
          </p:cNvSpPr>
          <p:nvPr>
            <p:ph type="sldNum" sz="quarter" idx="12"/>
          </p:nvPr>
        </p:nvSpPr>
        <p:spPr/>
        <p:txBody>
          <a:bodyPr/>
          <a:lstStyle/>
          <a:p>
            <a:fld id="{FF6C2105-DB3B-804B-ABF5-6AB2F8002D6B}" type="slidenum">
              <a:rPr lang="en-US" smtClean="0"/>
              <a:t>‹#›</a:t>
            </a:fld>
            <a:endParaRPr lang="en-US"/>
          </a:p>
        </p:txBody>
      </p:sp>
    </p:spTree>
    <p:extLst>
      <p:ext uri="{BB962C8B-B14F-4D97-AF65-F5344CB8AC3E}">
        <p14:creationId xmlns:p14="http://schemas.microsoft.com/office/powerpoint/2010/main" val="11788158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7A1FF-F00B-C9FA-DF6B-01D576BF1716}"/>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B7CC255-1110-3D53-BA99-61C2C514FF37}"/>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7BE92B3-0FFB-837A-A3C9-F4306F53D6C8}"/>
              </a:ext>
            </a:extLst>
          </p:cNvPr>
          <p:cNvSpPr>
            <a:spLocks noGrp="1"/>
          </p:cNvSpPr>
          <p:nvPr>
            <p:ph type="dt" sz="half" idx="10"/>
          </p:nvPr>
        </p:nvSpPr>
        <p:spPr/>
        <p:txBody>
          <a:bodyPr/>
          <a:lstStyle/>
          <a:p>
            <a:fld id="{6D33412E-3860-5741-9CAB-FE79A1084A5F}" type="datetimeFigureOut">
              <a:rPr lang="en-US" smtClean="0"/>
              <a:t>10/3/25</a:t>
            </a:fld>
            <a:endParaRPr lang="en-US"/>
          </a:p>
        </p:txBody>
      </p:sp>
      <p:sp>
        <p:nvSpPr>
          <p:cNvPr id="5" name="Footer Placeholder 4">
            <a:extLst>
              <a:ext uri="{FF2B5EF4-FFF2-40B4-BE49-F238E27FC236}">
                <a16:creationId xmlns:a16="http://schemas.microsoft.com/office/drawing/2014/main" id="{F7FB178C-460A-C470-C900-26C6B9B0C0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EB9C43-3F99-8D41-5CCC-8128EE494928}"/>
              </a:ext>
            </a:extLst>
          </p:cNvPr>
          <p:cNvSpPr>
            <a:spLocks noGrp="1"/>
          </p:cNvSpPr>
          <p:nvPr>
            <p:ph type="sldNum" sz="quarter" idx="12"/>
          </p:nvPr>
        </p:nvSpPr>
        <p:spPr/>
        <p:txBody>
          <a:bodyPr/>
          <a:lstStyle/>
          <a:p>
            <a:fld id="{FF6C2105-DB3B-804B-ABF5-6AB2F8002D6B}" type="slidenum">
              <a:rPr lang="en-US" smtClean="0"/>
              <a:t>‹#›</a:t>
            </a:fld>
            <a:endParaRPr lang="en-US"/>
          </a:p>
        </p:txBody>
      </p:sp>
    </p:spTree>
    <p:extLst>
      <p:ext uri="{BB962C8B-B14F-4D97-AF65-F5344CB8AC3E}">
        <p14:creationId xmlns:p14="http://schemas.microsoft.com/office/powerpoint/2010/main" val="23110366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962F1A5-2CE9-8808-CB9F-3C09E313D912}"/>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98E5E2A-F62F-8142-B6E1-67016C04220F}"/>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4B17DEC-9E40-8C2D-9A6E-E206D91834D2}"/>
              </a:ext>
            </a:extLst>
          </p:cNvPr>
          <p:cNvSpPr>
            <a:spLocks noGrp="1"/>
          </p:cNvSpPr>
          <p:nvPr>
            <p:ph type="dt" sz="half" idx="10"/>
          </p:nvPr>
        </p:nvSpPr>
        <p:spPr/>
        <p:txBody>
          <a:bodyPr/>
          <a:lstStyle/>
          <a:p>
            <a:fld id="{6D33412E-3860-5741-9CAB-FE79A1084A5F}" type="datetimeFigureOut">
              <a:rPr lang="en-US" smtClean="0"/>
              <a:t>10/3/25</a:t>
            </a:fld>
            <a:endParaRPr lang="en-US"/>
          </a:p>
        </p:txBody>
      </p:sp>
      <p:sp>
        <p:nvSpPr>
          <p:cNvPr id="5" name="Footer Placeholder 4">
            <a:extLst>
              <a:ext uri="{FF2B5EF4-FFF2-40B4-BE49-F238E27FC236}">
                <a16:creationId xmlns:a16="http://schemas.microsoft.com/office/drawing/2014/main" id="{FC0C8BA4-0B9E-E8D9-6D78-81DD97B266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E0FEA0-BA45-9032-76B3-413B36CF4410}"/>
              </a:ext>
            </a:extLst>
          </p:cNvPr>
          <p:cNvSpPr>
            <a:spLocks noGrp="1"/>
          </p:cNvSpPr>
          <p:nvPr>
            <p:ph type="sldNum" sz="quarter" idx="12"/>
          </p:nvPr>
        </p:nvSpPr>
        <p:spPr/>
        <p:txBody>
          <a:bodyPr/>
          <a:lstStyle/>
          <a:p>
            <a:fld id="{FF6C2105-DB3B-804B-ABF5-6AB2F8002D6B}" type="slidenum">
              <a:rPr lang="en-US" smtClean="0"/>
              <a:t>‹#›</a:t>
            </a:fld>
            <a:endParaRPr lang="en-US"/>
          </a:p>
        </p:txBody>
      </p:sp>
    </p:spTree>
    <p:extLst>
      <p:ext uri="{BB962C8B-B14F-4D97-AF65-F5344CB8AC3E}">
        <p14:creationId xmlns:p14="http://schemas.microsoft.com/office/powerpoint/2010/main" val="25140981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1AC96F-C666-90D3-6B87-D5BA86F7BDA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19CEA612-CC1D-51D1-C5A5-C1824682816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7FD900D-156E-63F1-02F3-DB9CFE6208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33412E-3860-5741-9CAB-FE79A1084A5F}" type="datetimeFigureOut">
              <a:rPr lang="en-US" smtClean="0"/>
              <a:t>10/3/25</a:t>
            </a:fld>
            <a:endParaRPr lang="en-US"/>
          </a:p>
        </p:txBody>
      </p:sp>
      <p:sp>
        <p:nvSpPr>
          <p:cNvPr id="5" name="Footer Placeholder 4">
            <a:extLst>
              <a:ext uri="{FF2B5EF4-FFF2-40B4-BE49-F238E27FC236}">
                <a16:creationId xmlns:a16="http://schemas.microsoft.com/office/drawing/2014/main" id="{694484F7-AE0E-5FDE-3B07-C25813AC2DA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6A35B9E-154D-C6A7-3750-D4461AB619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6C2105-DB3B-804B-ABF5-6AB2F8002D6B}" type="slidenum">
              <a:rPr lang="en-US" smtClean="0"/>
              <a:t>‹#›</a:t>
            </a:fld>
            <a:endParaRPr lang="en-US"/>
          </a:p>
        </p:txBody>
      </p:sp>
    </p:spTree>
    <p:extLst>
      <p:ext uri="{BB962C8B-B14F-4D97-AF65-F5344CB8AC3E}">
        <p14:creationId xmlns:p14="http://schemas.microsoft.com/office/powerpoint/2010/main" val="28341090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158F8-AEA5-D584-2C57-26E6C0CAEE55}"/>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AED16BFA-C0C1-C44C-3771-B8B3924223E7}"/>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8012707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6CD52-67BC-ADCE-1806-9BDCB05C9F9E}"/>
              </a:ext>
            </a:extLst>
          </p:cNvPr>
          <p:cNvSpPr>
            <a:spLocks noGrp="1"/>
          </p:cNvSpPr>
          <p:nvPr>
            <p:ph type="title"/>
          </p:nvPr>
        </p:nvSpPr>
        <p:spPr>
          <a:xfrm>
            <a:off x="838200" y="365126"/>
            <a:ext cx="10515600" cy="810532"/>
          </a:xfrm>
        </p:spPr>
        <p:txBody>
          <a:bodyPr/>
          <a:lstStyle/>
          <a:p>
            <a:endParaRPr lang="en-US" dirty="0"/>
          </a:p>
        </p:txBody>
      </p:sp>
      <p:sp>
        <p:nvSpPr>
          <p:cNvPr id="3" name="Content Placeholder 2">
            <a:extLst>
              <a:ext uri="{FF2B5EF4-FFF2-40B4-BE49-F238E27FC236}">
                <a16:creationId xmlns:a16="http://schemas.microsoft.com/office/drawing/2014/main" id="{2A85273B-2344-B44F-A847-A357EEBE655A}"/>
              </a:ext>
            </a:extLst>
          </p:cNvPr>
          <p:cNvSpPr>
            <a:spLocks noGrp="1"/>
          </p:cNvSpPr>
          <p:nvPr>
            <p:ph idx="1"/>
          </p:nvPr>
        </p:nvSpPr>
        <p:spPr>
          <a:xfrm>
            <a:off x="348343" y="1825625"/>
            <a:ext cx="7652657" cy="4667250"/>
          </a:xfrm>
        </p:spPr>
        <p:txBody>
          <a:bodyPr>
            <a:normAutofit/>
          </a:bodyPr>
          <a:lstStyle/>
          <a:p>
            <a:r>
              <a:rPr lang="en-IN" sz="2400" dirty="0">
                <a:latin typeface="Times New Roman" panose="02020603050405020304" pitchFamily="18" charset="0"/>
                <a:cs typeface="Times New Roman" panose="02020603050405020304" pitchFamily="18" charset="0"/>
              </a:rPr>
              <a:t>A space research organization is </a:t>
            </a:r>
            <a:r>
              <a:rPr lang="en-IN" sz="2400" dirty="0" err="1">
                <a:latin typeface="Times New Roman" panose="02020603050405020304" pitchFamily="18" charset="0"/>
                <a:cs typeface="Times New Roman" panose="02020603050405020304" pitchFamily="18" charset="0"/>
              </a:rPr>
              <a:t>analyzing</a:t>
            </a:r>
            <a:r>
              <a:rPr lang="en-IN" sz="2400" dirty="0">
                <a:latin typeface="Times New Roman" panose="02020603050405020304" pitchFamily="18" charset="0"/>
                <a:cs typeface="Times New Roman" panose="02020603050405020304" pitchFamily="18" charset="0"/>
              </a:rPr>
              <a:t> the distances between 5 celestial objects (</a:t>
            </a:r>
            <a:r>
              <a:rPr lang="en-IN" sz="2400" dirty="0" err="1">
                <a:latin typeface="Times New Roman" panose="02020603050405020304" pitchFamily="18" charset="0"/>
                <a:cs typeface="Times New Roman" panose="02020603050405020304" pitchFamily="18" charset="0"/>
              </a:rPr>
              <a:t>labeled</a:t>
            </a:r>
            <a:r>
              <a:rPr lang="en-IN" sz="2400" dirty="0">
                <a:latin typeface="Times New Roman" panose="02020603050405020304" pitchFamily="18" charset="0"/>
                <a:cs typeface="Times New Roman" panose="02020603050405020304" pitchFamily="18" charset="0"/>
              </a:rPr>
              <a:t> as A, B, C, D, and E) in a galaxy. The distances (in light-years) between these objects are represented in the following distance matrix</a:t>
            </a:r>
          </a:p>
          <a:p>
            <a:r>
              <a:rPr lang="en-IN" sz="2400" dirty="0">
                <a:latin typeface="Times New Roman" panose="02020603050405020304" pitchFamily="18" charset="0"/>
                <a:cs typeface="Times New Roman" panose="02020603050405020304" pitchFamily="18" charset="0"/>
              </a:rPr>
              <a:t>The organization wants to group these celestial objects into clusters based on their proximity to each other. The distance between two clusters is defined as the shortest distance between any single pair of objects from the two clusters.</a:t>
            </a:r>
          </a:p>
          <a:p>
            <a:pPr marL="0" indent="0">
              <a:buNone/>
            </a:pPr>
            <a:r>
              <a:rPr lang="en-IN" dirty="0">
                <a:effectLst/>
              </a:rPr>
              <a:t> </a:t>
            </a:r>
            <a:endParaRPr lang="en-US" dirty="0"/>
          </a:p>
        </p:txBody>
      </p:sp>
      <p:pic>
        <p:nvPicPr>
          <p:cNvPr id="6" name="Picture 5">
            <a:extLst>
              <a:ext uri="{FF2B5EF4-FFF2-40B4-BE49-F238E27FC236}">
                <a16:creationId xmlns:a16="http://schemas.microsoft.com/office/drawing/2014/main" id="{1B2C7EF3-6D32-0418-8694-F4105535CF6E}"/>
              </a:ext>
            </a:extLst>
          </p:cNvPr>
          <p:cNvPicPr>
            <a:picLocks noChangeAspect="1"/>
          </p:cNvPicPr>
          <p:nvPr/>
        </p:nvPicPr>
        <p:blipFill>
          <a:blip r:embed="rId2"/>
          <a:stretch>
            <a:fillRect/>
          </a:stretch>
        </p:blipFill>
        <p:spPr>
          <a:xfrm>
            <a:off x="8300357" y="1690688"/>
            <a:ext cx="3543300" cy="3187700"/>
          </a:xfrm>
          <a:prstGeom prst="rect">
            <a:avLst/>
          </a:prstGeom>
        </p:spPr>
      </p:pic>
    </p:spTree>
    <p:extLst>
      <p:ext uri="{BB962C8B-B14F-4D97-AF65-F5344CB8AC3E}">
        <p14:creationId xmlns:p14="http://schemas.microsoft.com/office/powerpoint/2010/main" val="38343963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42950-A978-5544-7604-EBDF02066F5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01BFCEB-BA5A-37E3-E59B-A295007DDADB}"/>
              </a:ext>
            </a:extLst>
          </p:cNvPr>
          <p:cNvSpPr>
            <a:spLocks noGrp="1"/>
          </p:cNvSpPr>
          <p:nvPr>
            <p:ph idx="1"/>
          </p:nvPr>
        </p:nvSpPr>
        <p:spPr>
          <a:xfrm>
            <a:off x="838200" y="1825625"/>
            <a:ext cx="10515600" cy="1516289"/>
          </a:xfrm>
        </p:spPr>
        <p:txBody>
          <a:bodyPr/>
          <a:lstStyle/>
          <a:p>
            <a:r>
              <a:rPr lang="en-IN" dirty="0">
                <a:latin typeface="Times New Roman" panose="02020603050405020304" pitchFamily="18" charset="0"/>
                <a:cs typeface="Times New Roman" panose="02020603050405020304" pitchFamily="18" charset="0"/>
              </a:rPr>
              <a:t>For the given dataset, compute the version space containing all hypotheses from H that are consistent with an observed sequence of training examples.</a:t>
            </a:r>
            <a:r>
              <a:rPr lang="en-IN" dirty="0">
                <a:effectLst/>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D8669AE-748C-1184-2348-AB5D4069229E}"/>
              </a:ext>
            </a:extLst>
          </p:cNvPr>
          <p:cNvPicPr>
            <a:picLocks noChangeAspect="1"/>
          </p:cNvPicPr>
          <p:nvPr/>
        </p:nvPicPr>
        <p:blipFill>
          <a:blip r:embed="rId2"/>
          <a:stretch>
            <a:fillRect/>
          </a:stretch>
        </p:blipFill>
        <p:spPr>
          <a:xfrm>
            <a:off x="3246664" y="3236686"/>
            <a:ext cx="5372100" cy="2540000"/>
          </a:xfrm>
          <a:prstGeom prst="rect">
            <a:avLst/>
          </a:prstGeom>
        </p:spPr>
      </p:pic>
    </p:spTree>
    <p:extLst>
      <p:ext uri="{BB962C8B-B14F-4D97-AF65-F5344CB8AC3E}">
        <p14:creationId xmlns:p14="http://schemas.microsoft.com/office/powerpoint/2010/main" val="28465050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688BC-6C2E-492A-6D4A-9DCE17E6080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8B75517-0C9D-CC5C-B23C-ADBA910D9769}"/>
              </a:ext>
            </a:extLst>
          </p:cNvPr>
          <p:cNvSpPr>
            <a:spLocks noGrp="1"/>
          </p:cNvSpPr>
          <p:nvPr>
            <p:ph idx="1"/>
          </p:nvPr>
        </p:nvSpPr>
        <p:spPr>
          <a:xfrm>
            <a:off x="190500" y="1611136"/>
            <a:ext cx="11810999" cy="4988253"/>
          </a:xfrm>
        </p:spPr>
        <p:txBody>
          <a:bodyPr/>
          <a:lstStyle/>
          <a:p>
            <a:r>
              <a:rPr lang="en-IN" sz="2400" dirty="0">
                <a:latin typeface="Times New Roman" panose="02020603050405020304" pitchFamily="18" charset="0"/>
                <a:cs typeface="Times New Roman" panose="02020603050405020304" pitchFamily="18" charset="0"/>
              </a:rPr>
              <a:t>You are developing a credit risk prediction model for a financial institution to help assess whether loan applicants are likely to default on their loans. The data available for this task includes applicants' credit scores (X) and their default status (Y), where -1 indicates a high risk of default, and 1 indicates a low risk of default. The bank has provided a small sample of historical data for training the model to predict credit risk for future applicants.</a:t>
            </a:r>
          </a:p>
          <a:p>
            <a:r>
              <a:rPr lang="en-IN" sz="2400" dirty="0">
                <a:latin typeface="Times New Roman" panose="02020603050405020304" pitchFamily="18" charset="0"/>
                <a:cs typeface="Times New Roman" panose="02020603050405020304" pitchFamily="18" charset="0"/>
              </a:rPr>
              <a:t>Evaluate the predicted credit risk status (Y) for a new applicant with a credit score, debt ratio of X = {2.5, 3.5}.</a:t>
            </a:r>
          </a:p>
          <a:p>
            <a:endParaRPr lang="en-US" sz="24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9B4411FF-E9F0-81B3-8128-5EF56BF29C4A}"/>
              </a:ext>
            </a:extLst>
          </p:cNvPr>
          <p:cNvPicPr>
            <a:picLocks noChangeAspect="1"/>
          </p:cNvPicPr>
          <p:nvPr/>
        </p:nvPicPr>
        <p:blipFill>
          <a:blip r:embed="rId2"/>
          <a:stretch>
            <a:fillRect/>
          </a:stretch>
        </p:blipFill>
        <p:spPr>
          <a:xfrm>
            <a:off x="5774718" y="3796226"/>
            <a:ext cx="5175503" cy="2901276"/>
          </a:xfrm>
          <a:prstGeom prst="rect">
            <a:avLst/>
          </a:prstGeom>
        </p:spPr>
      </p:pic>
    </p:spTree>
    <p:extLst>
      <p:ext uri="{BB962C8B-B14F-4D97-AF65-F5344CB8AC3E}">
        <p14:creationId xmlns:p14="http://schemas.microsoft.com/office/powerpoint/2010/main" val="20379586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106</TotalTime>
  <Words>228</Words>
  <Application>Microsoft Macintosh PowerPoint</Application>
  <PresentationFormat>Widescreen</PresentationFormat>
  <Paragraphs>6</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Bhargavi R</dc:creator>
  <cp:lastModifiedBy>Bhargavi R</cp:lastModifiedBy>
  <cp:revision>1</cp:revision>
  <dcterms:created xsi:type="dcterms:W3CDTF">2025-10-03T02:39:59Z</dcterms:created>
  <dcterms:modified xsi:type="dcterms:W3CDTF">2025-10-03T04:26:33Z</dcterms:modified>
</cp:coreProperties>
</file>