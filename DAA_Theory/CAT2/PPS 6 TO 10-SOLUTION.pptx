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sldIdLst>
    <p:sldId id="256" r:id="rId5"/>
    <p:sldId id="264" r:id="rId6"/>
    <p:sldId id="289" r:id="rId7"/>
    <p:sldId id="290" r:id="rId8"/>
    <p:sldId id="291" r:id="rId9"/>
    <p:sldId id="292" r:id="rId10"/>
    <p:sldId id="293" r:id="rId11"/>
    <p:sldId id="296" r:id="rId12"/>
    <p:sldId id="297" r:id="rId13"/>
    <p:sldId id="295" r:id="rId14"/>
    <p:sldId id="294" r:id="rId15"/>
    <p:sldId id="298" r:id="rId16"/>
    <p:sldId id="299" r:id="rId17"/>
    <p:sldId id="300" r:id="rId18"/>
    <p:sldId id="301" r:id="rId19"/>
    <p:sldId id="302" r:id="rId20"/>
    <p:sldId id="303" r:id="rId21"/>
    <p:sldId id="304" r:id="rId22"/>
    <p:sldId id="28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46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EN VIJITHA" userId="e9c3d35a044397f4" providerId="LiveId" clId="{825ADD87-FAEC-45EF-95EB-36B35060C5BC}"/>
    <pc:docChg chg="undo custSel addSld delSld modSld">
      <pc:chgData name="HELEN VIJITHA" userId="e9c3d35a044397f4" providerId="LiveId" clId="{825ADD87-FAEC-45EF-95EB-36B35060C5BC}" dt="2025-09-18T03:37:14.185" v="511" actId="20577"/>
      <pc:docMkLst>
        <pc:docMk/>
      </pc:docMkLst>
      <pc:sldChg chg="addSp delSp modSp mod">
        <pc:chgData name="HELEN VIJITHA" userId="e9c3d35a044397f4" providerId="LiveId" clId="{825ADD87-FAEC-45EF-95EB-36B35060C5BC}" dt="2025-09-15T02:54:56.619" v="291" actId="6549"/>
        <pc:sldMkLst>
          <pc:docMk/>
          <pc:sldMk cId="2678473173" sldId="256"/>
        </pc:sldMkLst>
        <pc:spChg chg="mod">
          <ac:chgData name="HELEN VIJITHA" userId="e9c3d35a044397f4" providerId="LiveId" clId="{825ADD87-FAEC-45EF-95EB-36B35060C5BC}" dt="2025-09-15T02:54:56.619" v="291" actId="6549"/>
          <ac:spMkLst>
            <pc:docMk/>
            <pc:sldMk cId="2678473173" sldId="256"/>
            <ac:spMk id="3" creationId="{A5D8BFA0-4A36-3841-2090-61C53A809AA4}"/>
          </ac:spMkLst>
        </pc:spChg>
      </pc:sldChg>
      <pc:sldChg chg="addSp delSp modSp mod">
        <pc:chgData name="HELEN VIJITHA" userId="e9c3d35a044397f4" providerId="LiveId" clId="{825ADD87-FAEC-45EF-95EB-36B35060C5BC}" dt="2025-09-15T12:15:19.224" v="380" actId="1076"/>
        <pc:sldMkLst>
          <pc:docMk/>
          <pc:sldMk cId="2504953818" sldId="264"/>
        </pc:sldMkLst>
        <pc:spChg chg="add mod">
          <ac:chgData name="HELEN VIJITHA" userId="e9c3d35a044397f4" providerId="LiveId" clId="{825ADD87-FAEC-45EF-95EB-36B35060C5BC}" dt="2025-09-15T12:15:19.224" v="380" actId="1076"/>
          <ac:spMkLst>
            <pc:docMk/>
            <pc:sldMk cId="2504953818" sldId="264"/>
            <ac:spMk id="4" creationId="{7EF368EF-13CC-8FC0-CBA3-39A8820F9B4A}"/>
          </ac:spMkLst>
        </pc:spChg>
      </pc:sldChg>
      <pc:sldChg chg="modSp add mod">
        <pc:chgData name="HELEN VIJITHA" userId="e9c3d35a044397f4" providerId="LiveId" clId="{825ADD87-FAEC-45EF-95EB-36B35060C5BC}" dt="2025-09-15T02:45:57.923" v="253" actId="14100"/>
        <pc:sldMkLst>
          <pc:docMk/>
          <pc:sldMk cId="3112917086" sldId="289"/>
        </pc:sldMkLst>
        <pc:spChg chg="mod">
          <ac:chgData name="HELEN VIJITHA" userId="e9c3d35a044397f4" providerId="LiveId" clId="{825ADD87-FAEC-45EF-95EB-36B35060C5BC}" dt="2025-09-15T02:45:57.923" v="253" actId="14100"/>
          <ac:spMkLst>
            <pc:docMk/>
            <pc:sldMk cId="3112917086" sldId="289"/>
            <ac:spMk id="4" creationId="{1DE25826-ED2C-B5A0-BD5D-A3EC0FBFF349}"/>
          </ac:spMkLst>
        </pc:spChg>
      </pc:sldChg>
      <pc:sldChg chg="modSp add mod">
        <pc:chgData name="HELEN VIJITHA" userId="e9c3d35a044397f4" providerId="LiveId" clId="{825ADD87-FAEC-45EF-95EB-36B35060C5BC}" dt="2025-09-15T02:55:21.214" v="293" actId="255"/>
        <pc:sldMkLst>
          <pc:docMk/>
          <pc:sldMk cId="2025337412" sldId="290"/>
        </pc:sldMkLst>
        <pc:spChg chg="mod">
          <ac:chgData name="HELEN VIJITHA" userId="e9c3d35a044397f4" providerId="LiveId" clId="{825ADD87-FAEC-45EF-95EB-36B35060C5BC}" dt="2025-09-15T02:55:21.214" v="293" actId="255"/>
          <ac:spMkLst>
            <pc:docMk/>
            <pc:sldMk cId="2025337412" sldId="290"/>
            <ac:spMk id="4" creationId="{11B8B734-6C98-EA9B-20A8-852FF91EB4B8}"/>
          </ac:spMkLst>
        </pc:spChg>
      </pc:sldChg>
      <pc:sldChg chg="addSp delSp modSp add mod">
        <pc:chgData name="HELEN VIJITHA" userId="e9c3d35a044397f4" providerId="LiveId" clId="{825ADD87-FAEC-45EF-95EB-36B35060C5BC}" dt="2025-09-15T02:46:52.570" v="260" actId="20577"/>
        <pc:sldMkLst>
          <pc:docMk/>
          <pc:sldMk cId="757617969" sldId="291"/>
        </pc:sldMkLst>
        <pc:spChg chg="add mod">
          <ac:chgData name="HELEN VIJITHA" userId="e9c3d35a044397f4" providerId="LiveId" clId="{825ADD87-FAEC-45EF-95EB-36B35060C5BC}" dt="2025-09-15T02:46:52.570" v="260" actId="20577"/>
          <ac:spMkLst>
            <pc:docMk/>
            <pc:sldMk cId="757617969" sldId="291"/>
            <ac:spMk id="3" creationId="{B878DED5-BEB7-FE06-D0EC-23D02A49FF4C}"/>
          </ac:spMkLst>
        </pc:spChg>
      </pc:sldChg>
      <pc:sldChg chg="modSp add mod">
        <pc:chgData name="HELEN VIJITHA" userId="e9c3d35a044397f4" providerId="LiveId" clId="{825ADD87-FAEC-45EF-95EB-36B35060C5BC}" dt="2025-09-15T02:50:12.829" v="278" actId="255"/>
        <pc:sldMkLst>
          <pc:docMk/>
          <pc:sldMk cId="161052830" sldId="292"/>
        </pc:sldMkLst>
        <pc:spChg chg="mod">
          <ac:chgData name="HELEN VIJITHA" userId="e9c3d35a044397f4" providerId="LiveId" clId="{825ADD87-FAEC-45EF-95EB-36B35060C5BC}" dt="2025-09-15T02:50:12.829" v="278" actId="255"/>
          <ac:spMkLst>
            <pc:docMk/>
            <pc:sldMk cId="161052830" sldId="292"/>
            <ac:spMk id="3" creationId="{F0874B1A-BF8C-83A0-50A6-A0D988F5A359}"/>
          </ac:spMkLst>
        </pc:spChg>
      </pc:sldChg>
      <pc:sldChg chg="delSp modSp add mod setBg delDesignElem">
        <pc:chgData name="HELEN VIJITHA" userId="e9c3d35a044397f4" providerId="LiveId" clId="{825ADD87-FAEC-45EF-95EB-36B35060C5BC}" dt="2025-09-15T06:05:20.312" v="358" actId="20577"/>
        <pc:sldMkLst>
          <pc:docMk/>
          <pc:sldMk cId="4288357619" sldId="293"/>
        </pc:sldMkLst>
        <pc:spChg chg="mod">
          <ac:chgData name="HELEN VIJITHA" userId="e9c3d35a044397f4" providerId="LiveId" clId="{825ADD87-FAEC-45EF-95EB-36B35060C5BC}" dt="2025-09-15T06:05:20.312" v="358" actId="20577"/>
          <ac:spMkLst>
            <pc:docMk/>
            <pc:sldMk cId="4288357619" sldId="293"/>
            <ac:spMk id="4" creationId="{C2B8FD68-7E39-FFC5-C3BD-5A0B3994E355}"/>
          </ac:spMkLst>
        </pc:spChg>
      </pc:sldChg>
      <pc:sldChg chg="delSp add setBg delDesignElem">
        <pc:chgData name="HELEN VIJITHA" userId="e9c3d35a044397f4" providerId="LiveId" clId="{825ADD87-FAEC-45EF-95EB-36B35060C5BC}" dt="2025-09-15T02:55:42.156" v="295"/>
        <pc:sldMkLst>
          <pc:docMk/>
          <pc:sldMk cId="1935124890" sldId="294"/>
        </pc:sldMkLst>
      </pc:sldChg>
      <pc:sldChg chg="addSp modSp add mod">
        <pc:chgData name="HELEN VIJITHA" userId="e9c3d35a044397f4" providerId="LiveId" clId="{825ADD87-FAEC-45EF-95EB-36B35060C5BC}" dt="2025-09-15T11:50:08.716" v="378" actId="14100"/>
        <pc:sldMkLst>
          <pc:docMk/>
          <pc:sldMk cId="4283097846" sldId="295"/>
        </pc:sldMkLst>
        <pc:spChg chg="mod">
          <ac:chgData name="HELEN VIJITHA" userId="e9c3d35a044397f4" providerId="LiveId" clId="{825ADD87-FAEC-45EF-95EB-36B35060C5BC}" dt="2025-09-15T11:50:03.492" v="376" actId="1076"/>
          <ac:spMkLst>
            <pc:docMk/>
            <pc:sldMk cId="4283097846" sldId="295"/>
            <ac:spMk id="4" creationId="{44228E11-FB4E-14FF-6BD1-B7E939DC99B1}"/>
          </ac:spMkLst>
        </pc:spChg>
        <pc:picChg chg="add mod">
          <ac:chgData name="HELEN VIJITHA" userId="e9c3d35a044397f4" providerId="LiveId" clId="{825ADD87-FAEC-45EF-95EB-36B35060C5BC}" dt="2025-09-15T11:50:08.716" v="378" actId="14100"/>
          <ac:picMkLst>
            <pc:docMk/>
            <pc:sldMk cId="4283097846" sldId="295"/>
            <ac:picMk id="3" creationId="{91824A47-3D33-E0C9-DB46-C252512C226C}"/>
          </ac:picMkLst>
        </pc:picChg>
      </pc:sldChg>
      <pc:sldChg chg="modSp add mod">
        <pc:chgData name="HELEN VIJITHA" userId="e9c3d35a044397f4" providerId="LiveId" clId="{825ADD87-FAEC-45EF-95EB-36B35060C5BC}" dt="2025-09-15T06:05:51.231" v="361" actId="1076"/>
        <pc:sldMkLst>
          <pc:docMk/>
          <pc:sldMk cId="2923156671" sldId="296"/>
        </pc:sldMkLst>
        <pc:spChg chg="mod">
          <ac:chgData name="HELEN VIJITHA" userId="e9c3d35a044397f4" providerId="LiveId" clId="{825ADD87-FAEC-45EF-95EB-36B35060C5BC}" dt="2025-09-15T06:05:51.231" v="361" actId="1076"/>
          <ac:spMkLst>
            <pc:docMk/>
            <pc:sldMk cId="2923156671" sldId="296"/>
            <ac:spMk id="4" creationId="{9774BC8B-139C-6F54-BAF9-726A720A4163}"/>
          </ac:spMkLst>
        </pc:spChg>
      </pc:sldChg>
      <pc:sldChg chg="modSp add mod">
        <pc:chgData name="HELEN VIJITHA" userId="e9c3d35a044397f4" providerId="LiveId" clId="{825ADD87-FAEC-45EF-95EB-36B35060C5BC}" dt="2025-09-15T06:06:26.565" v="366" actId="20577"/>
        <pc:sldMkLst>
          <pc:docMk/>
          <pc:sldMk cId="1596053184" sldId="297"/>
        </pc:sldMkLst>
        <pc:spChg chg="mod">
          <ac:chgData name="HELEN VIJITHA" userId="e9c3d35a044397f4" providerId="LiveId" clId="{825ADD87-FAEC-45EF-95EB-36B35060C5BC}" dt="2025-09-15T06:06:26.565" v="366" actId="20577"/>
          <ac:spMkLst>
            <pc:docMk/>
            <pc:sldMk cId="1596053184" sldId="297"/>
            <ac:spMk id="4" creationId="{749D19B6-DA47-7728-7001-0432310E2E87}"/>
          </ac:spMkLst>
        </pc:spChg>
      </pc:sldChg>
      <pc:sldChg chg="addSp delSp modSp add mod">
        <pc:chgData name="HELEN VIJITHA" userId="e9c3d35a044397f4" providerId="LiveId" clId="{825ADD87-FAEC-45EF-95EB-36B35060C5BC}" dt="2025-09-16T03:34:50.462" v="390" actId="14100"/>
        <pc:sldMkLst>
          <pc:docMk/>
          <pc:sldMk cId="3913296816" sldId="298"/>
        </pc:sldMkLst>
        <pc:picChg chg="add mod">
          <ac:chgData name="HELEN VIJITHA" userId="e9c3d35a044397f4" providerId="LiveId" clId="{825ADD87-FAEC-45EF-95EB-36B35060C5BC}" dt="2025-09-16T03:33:59.504" v="384" actId="14100"/>
          <ac:picMkLst>
            <pc:docMk/>
            <pc:sldMk cId="3913296816" sldId="298"/>
            <ac:picMk id="4" creationId="{E2494350-BA61-E274-4BA5-7DC8BA53AE35}"/>
          </ac:picMkLst>
        </pc:picChg>
        <pc:picChg chg="add mod">
          <ac:chgData name="HELEN VIJITHA" userId="e9c3d35a044397f4" providerId="LiveId" clId="{825ADD87-FAEC-45EF-95EB-36B35060C5BC}" dt="2025-09-16T03:34:50.462" v="390" actId="14100"/>
          <ac:picMkLst>
            <pc:docMk/>
            <pc:sldMk cId="3913296816" sldId="298"/>
            <ac:picMk id="7" creationId="{97618A90-E63D-4A93-071B-5FC3B2727E5E}"/>
          </ac:picMkLst>
        </pc:picChg>
      </pc:sldChg>
      <pc:sldChg chg="addSp delSp modSp add mod">
        <pc:chgData name="HELEN VIJITHA" userId="e9c3d35a044397f4" providerId="LiveId" clId="{825ADD87-FAEC-45EF-95EB-36B35060C5BC}" dt="2025-09-16T10:09:54.889" v="394" actId="14100"/>
        <pc:sldMkLst>
          <pc:docMk/>
          <pc:sldMk cId="3636917048" sldId="299"/>
        </pc:sldMkLst>
        <pc:picChg chg="add mod">
          <ac:chgData name="HELEN VIJITHA" userId="e9c3d35a044397f4" providerId="LiveId" clId="{825ADD87-FAEC-45EF-95EB-36B35060C5BC}" dt="2025-09-16T10:09:54.889" v="394" actId="14100"/>
          <ac:picMkLst>
            <pc:docMk/>
            <pc:sldMk cId="3636917048" sldId="299"/>
            <ac:picMk id="3" creationId="{0F12095B-C58B-FD3E-4E11-3697A3565B2D}"/>
          </ac:picMkLst>
        </pc:picChg>
      </pc:sldChg>
      <pc:sldChg chg="addSp delSp modSp add mod modClrScheme chgLayout">
        <pc:chgData name="HELEN VIJITHA" userId="e9c3d35a044397f4" providerId="LiveId" clId="{825ADD87-FAEC-45EF-95EB-36B35060C5BC}" dt="2025-09-18T03:15:21.301" v="444" actId="20577"/>
        <pc:sldMkLst>
          <pc:docMk/>
          <pc:sldMk cId="1709130369" sldId="300"/>
        </pc:sldMkLst>
        <pc:spChg chg="add mod">
          <ac:chgData name="HELEN VIJITHA" userId="e9c3d35a044397f4" providerId="LiveId" clId="{825ADD87-FAEC-45EF-95EB-36B35060C5BC}" dt="2025-09-18T03:14:49.955" v="442" actId="20577"/>
          <ac:spMkLst>
            <pc:docMk/>
            <pc:sldMk cId="1709130369" sldId="300"/>
            <ac:spMk id="11" creationId="{88A44190-BE5A-CFEE-2567-CD51845B249B}"/>
          </ac:spMkLst>
        </pc:spChg>
        <pc:spChg chg="add mod">
          <ac:chgData name="HELEN VIJITHA" userId="e9c3d35a044397f4" providerId="LiveId" clId="{825ADD87-FAEC-45EF-95EB-36B35060C5BC}" dt="2025-09-18T03:15:21.301" v="444" actId="20577"/>
          <ac:spMkLst>
            <pc:docMk/>
            <pc:sldMk cId="1709130369" sldId="300"/>
            <ac:spMk id="15" creationId="{5C7C4897-9C82-48C1-1D2F-B21D87A83894}"/>
          </ac:spMkLst>
        </pc:spChg>
      </pc:sldChg>
      <pc:sldChg chg="addSp delSp modSp add mod">
        <pc:chgData name="HELEN VIJITHA" userId="e9c3d35a044397f4" providerId="LiveId" clId="{825ADD87-FAEC-45EF-95EB-36B35060C5BC}" dt="2025-09-18T03:28:00.650" v="449" actId="1076"/>
        <pc:sldMkLst>
          <pc:docMk/>
          <pc:sldMk cId="46705921" sldId="301"/>
        </pc:sldMkLst>
        <pc:picChg chg="add mod">
          <ac:chgData name="HELEN VIJITHA" userId="e9c3d35a044397f4" providerId="LiveId" clId="{825ADD87-FAEC-45EF-95EB-36B35060C5BC}" dt="2025-09-18T03:28:00.650" v="449" actId="1076"/>
          <ac:picMkLst>
            <pc:docMk/>
            <pc:sldMk cId="46705921" sldId="301"/>
            <ac:picMk id="4" creationId="{DDF7CD91-016A-BFAF-82E0-B07BBB3605D6}"/>
          </ac:picMkLst>
        </pc:picChg>
      </pc:sldChg>
      <pc:sldChg chg="modSp add mod">
        <pc:chgData name="HELEN VIJITHA" userId="e9c3d35a044397f4" providerId="LiveId" clId="{825ADD87-FAEC-45EF-95EB-36B35060C5BC}" dt="2025-09-18T03:29:30.248" v="458" actId="14100"/>
        <pc:sldMkLst>
          <pc:docMk/>
          <pc:sldMk cId="2229292026" sldId="302"/>
        </pc:sldMkLst>
        <pc:spChg chg="mod">
          <ac:chgData name="HELEN VIJITHA" userId="e9c3d35a044397f4" providerId="LiveId" clId="{825ADD87-FAEC-45EF-95EB-36B35060C5BC}" dt="2025-09-18T03:29:30.248" v="458" actId="14100"/>
          <ac:spMkLst>
            <pc:docMk/>
            <pc:sldMk cId="2229292026" sldId="302"/>
            <ac:spMk id="11" creationId="{F482C5DA-F3D6-4C2C-7457-207C108169DC}"/>
          </ac:spMkLst>
        </pc:spChg>
        <pc:spChg chg="mod">
          <ac:chgData name="HELEN VIJITHA" userId="e9c3d35a044397f4" providerId="LiveId" clId="{825ADD87-FAEC-45EF-95EB-36B35060C5BC}" dt="2025-09-18T03:29:25.380" v="457" actId="14100"/>
          <ac:spMkLst>
            <pc:docMk/>
            <pc:sldMk cId="2229292026" sldId="302"/>
            <ac:spMk id="15" creationId="{14BEA1A8-6A0D-713B-F0F7-75BC1A942BEB}"/>
          </ac:spMkLst>
        </pc:spChg>
      </pc:sldChg>
      <pc:sldChg chg="addSp delSp modSp add mod">
        <pc:chgData name="HELEN VIJITHA" userId="e9c3d35a044397f4" providerId="LiveId" clId="{825ADD87-FAEC-45EF-95EB-36B35060C5BC}" dt="2025-09-18T03:31:56.389" v="470" actId="20577"/>
        <pc:sldMkLst>
          <pc:docMk/>
          <pc:sldMk cId="326309719" sldId="303"/>
        </pc:sldMkLst>
        <pc:spChg chg="add mod">
          <ac:chgData name="HELEN VIJITHA" userId="e9c3d35a044397f4" providerId="LiveId" clId="{825ADD87-FAEC-45EF-95EB-36B35060C5BC}" dt="2025-09-18T03:31:56.389" v="470" actId="20577"/>
          <ac:spMkLst>
            <pc:docMk/>
            <pc:sldMk cId="326309719" sldId="303"/>
            <ac:spMk id="3" creationId="{F2F7C52F-15C1-B141-9185-4D9278F42770}"/>
          </ac:spMkLst>
        </pc:spChg>
      </pc:sldChg>
      <pc:sldChg chg="modSp add mod">
        <pc:chgData name="HELEN VIJITHA" userId="e9c3d35a044397f4" providerId="LiveId" clId="{825ADD87-FAEC-45EF-95EB-36B35060C5BC}" dt="2025-09-18T03:37:14.185" v="511" actId="20577"/>
        <pc:sldMkLst>
          <pc:docMk/>
          <pc:sldMk cId="4277057913" sldId="304"/>
        </pc:sldMkLst>
        <pc:spChg chg="mod">
          <ac:chgData name="HELEN VIJITHA" userId="e9c3d35a044397f4" providerId="LiveId" clId="{825ADD87-FAEC-45EF-95EB-36B35060C5BC}" dt="2025-09-18T03:37:05.706" v="509" actId="1076"/>
          <ac:spMkLst>
            <pc:docMk/>
            <pc:sldMk cId="4277057913" sldId="304"/>
            <ac:spMk id="11" creationId="{7F693F24-39DC-D7B0-E9CC-360BB816C2DC}"/>
          </ac:spMkLst>
        </pc:spChg>
        <pc:spChg chg="mod">
          <ac:chgData name="HELEN VIJITHA" userId="e9c3d35a044397f4" providerId="LiveId" clId="{825ADD87-FAEC-45EF-95EB-36B35060C5BC}" dt="2025-09-18T03:37:14.185" v="511" actId="20577"/>
          <ac:spMkLst>
            <pc:docMk/>
            <pc:sldMk cId="4277057913" sldId="304"/>
            <ac:spMk id="15" creationId="{8C6230A5-0786-89EE-2970-9E8C5B1DC0D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932AC2-AB2D-4A93-8DB7-064992080C27}" type="datetimeFigureOut">
              <a:rPr lang="en-IN" smtClean="0"/>
              <a:t>30-09-2025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37CB66-757F-4CC6-8807-CFD64E017517}" type="slidenum">
              <a:rPr lang="en-IN" smtClean="0"/>
              <a:t>‹#›</a:t>
            </a:fld>
            <a:endParaRPr lang="en-IN"/>
          </a:p>
        </p:txBody>
      </p:sp>
    </p:spTree>
    <p:extLst>
      <p:ext uri="{BB962C8B-B14F-4D97-AF65-F5344CB8AC3E}">
        <p14:creationId xmlns:p14="http://schemas.microsoft.com/office/powerpoint/2010/main" val="1695034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A37CB66-757F-4CC6-8807-CFD64E017517}" type="slidenum">
              <a:rPr lang="en-IN" smtClean="0"/>
              <a:t>1</a:t>
            </a:fld>
            <a:endParaRPr lang="en-IN"/>
          </a:p>
        </p:txBody>
      </p:sp>
    </p:spTree>
    <p:extLst>
      <p:ext uri="{BB962C8B-B14F-4D97-AF65-F5344CB8AC3E}">
        <p14:creationId xmlns:p14="http://schemas.microsoft.com/office/powerpoint/2010/main" val="673961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0DE92-56FD-F0AA-8FD0-A65519CA0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DA7155-8EE7-0983-73A5-15C79CF197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280F3-990C-08EC-09BE-A67313043D2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07ADFA5-4198-2A7A-B3BB-8990B4864A91}"/>
              </a:ext>
            </a:extLst>
          </p:cNvPr>
          <p:cNvSpPr>
            <a:spLocks noGrp="1"/>
          </p:cNvSpPr>
          <p:nvPr>
            <p:ph type="sldNum" sz="quarter" idx="5"/>
          </p:nvPr>
        </p:nvSpPr>
        <p:spPr/>
        <p:txBody>
          <a:bodyPr/>
          <a:lstStyle/>
          <a:p>
            <a:fld id="{6A37CB66-757F-4CC6-8807-CFD64E017517}" type="slidenum">
              <a:rPr lang="en-IN" smtClean="0"/>
              <a:t>2</a:t>
            </a:fld>
            <a:endParaRPr lang="en-IN"/>
          </a:p>
        </p:txBody>
      </p:sp>
    </p:spTree>
    <p:extLst>
      <p:ext uri="{BB962C8B-B14F-4D97-AF65-F5344CB8AC3E}">
        <p14:creationId xmlns:p14="http://schemas.microsoft.com/office/powerpoint/2010/main" val="2891949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4A33B-4865-D36B-9364-89D36A3C0B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D99FDD-6E67-AC16-B70D-C890EBCABA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570A38-F62D-BE05-8C95-D78FC9986A5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1A0A3E5-E6EC-F90B-F007-8C8EA4703745}"/>
              </a:ext>
            </a:extLst>
          </p:cNvPr>
          <p:cNvSpPr>
            <a:spLocks noGrp="1"/>
          </p:cNvSpPr>
          <p:nvPr>
            <p:ph type="sldNum" sz="quarter" idx="5"/>
          </p:nvPr>
        </p:nvSpPr>
        <p:spPr/>
        <p:txBody>
          <a:bodyPr/>
          <a:lstStyle/>
          <a:p>
            <a:fld id="{6A37CB66-757F-4CC6-8807-CFD64E017517}" type="slidenum">
              <a:rPr lang="en-IN" smtClean="0"/>
              <a:t>3</a:t>
            </a:fld>
            <a:endParaRPr lang="en-IN"/>
          </a:p>
        </p:txBody>
      </p:sp>
    </p:spTree>
    <p:extLst>
      <p:ext uri="{BB962C8B-B14F-4D97-AF65-F5344CB8AC3E}">
        <p14:creationId xmlns:p14="http://schemas.microsoft.com/office/powerpoint/2010/main" val="888568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413DA-81A5-6239-0799-818045E6B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4B3568-6DF1-D7EA-EB3B-C7C56355F7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25AAC-76E3-2A4C-360B-7AE4515AF1B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62CADA-DF87-FBD6-AC98-3920E8FBD4F9}"/>
              </a:ext>
            </a:extLst>
          </p:cNvPr>
          <p:cNvSpPr>
            <a:spLocks noGrp="1"/>
          </p:cNvSpPr>
          <p:nvPr>
            <p:ph type="sldNum" sz="quarter" idx="5"/>
          </p:nvPr>
        </p:nvSpPr>
        <p:spPr/>
        <p:txBody>
          <a:bodyPr/>
          <a:lstStyle/>
          <a:p>
            <a:fld id="{6A37CB66-757F-4CC6-8807-CFD64E017517}" type="slidenum">
              <a:rPr lang="en-IN" smtClean="0"/>
              <a:t>4</a:t>
            </a:fld>
            <a:endParaRPr lang="en-IN"/>
          </a:p>
        </p:txBody>
      </p:sp>
    </p:spTree>
    <p:extLst>
      <p:ext uri="{BB962C8B-B14F-4D97-AF65-F5344CB8AC3E}">
        <p14:creationId xmlns:p14="http://schemas.microsoft.com/office/powerpoint/2010/main" val="168120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6FBFF-7F61-6D17-FEE7-26120827B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312FB-5708-9908-0A6A-F87A41EE2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EFD8CB-0582-67F7-AA46-E17E9CA89C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A8F1D6-2858-7CF6-A32C-EC4601F524F5}"/>
              </a:ext>
            </a:extLst>
          </p:cNvPr>
          <p:cNvSpPr>
            <a:spLocks noGrp="1"/>
          </p:cNvSpPr>
          <p:nvPr>
            <p:ph type="sldNum" sz="quarter" idx="5"/>
          </p:nvPr>
        </p:nvSpPr>
        <p:spPr/>
        <p:txBody>
          <a:bodyPr/>
          <a:lstStyle/>
          <a:p>
            <a:fld id="{6A37CB66-757F-4CC6-8807-CFD64E017517}" type="slidenum">
              <a:rPr lang="en-IN" smtClean="0"/>
              <a:t>5</a:t>
            </a:fld>
            <a:endParaRPr lang="en-IN"/>
          </a:p>
        </p:txBody>
      </p:sp>
    </p:spTree>
    <p:extLst>
      <p:ext uri="{BB962C8B-B14F-4D97-AF65-F5344CB8AC3E}">
        <p14:creationId xmlns:p14="http://schemas.microsoft.com/office/powerpoint/2010/main" val="1077849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F9EC2-393B-0A82-3E5D-EB76929608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A472C-BF89-903F-09D1-BA01C24520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D86851-B18C-0977-6B70-1E45192CDCC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818A74E-D0C3-5FEC-7505-30F0A9226783}"/>
              </a:ext>
            </a:extLst>
          </p:cNvPr>
          <p:cNvSpPr>
            <a:spLocks noGrp="1"/>
          </p:cNvSpPr>
          <p:nvPr>
            <p:ph type="sldNum" sz="quarter" idx="5"/>
          </p:nvPr>
        </p:nvSpPr>
        <p:spPr/>
        <p:txBody>
          <a:bodyPr/>
          <a:lstStyle/>
          <a:p>
            <a:fld id="{6A37CB66-757F-4CC6-8807-CFD64E017517}" type="slidenum">
              <a:rPr lang="en-IN" smtClean="0"/>
              <a:t>6</a:t>
            </a:fld>
            <a:endParaRPr lang="en-IN"/>
          </a:p>
        </p:txBody>
      </p:sp>
    </p:spTree>
    <p:extLst>
      <p:ext uri="{BB962C8B-B14F-4D97-AF65-F5344CB8AC3E}">
        <p14:creationId xmlns:p14="http://schemas.microsoft.com/office/powerpoint/2010/main" val="2819678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C9EA-D6CD-EE9C-C59B-61BA849A1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E0802-F67A-7CC9-72E5-2806DCE9EF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46843-7B68-9AC4-4AE6-AE8B4AAC0A1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5CD534-93A6-56B3-B96A-15C092A393EA}"/>
              </a:ext>
            </a:extLst>
          </p:cNvPr>
          <p:cNvSpPr>
            <a:spLocks noGrp="1"/>
          </p:cNvSpPr>
          <p:nvPr>
            <p:ph type="sldNum" sz="quarter" idx="5"/>
          </p:nvPr>
        </p:nvSpPr>
        <p:spPr/>
        <p:txBody>
          <a:bodyPr/>
          <a:lstStyle/>
          <a:p>
            <a:fld id="{6A37CB66-757F-4CC6-8807-CFD64E017517}" type="slidenum">
              <a:rPr lang="en-IN" smtClean="0"/>
              <a:t>7</a:t>
            </a:fld>
            <a:endParaRPr lang="en-IN"/>
          </a:p>
        </p:txBody>
      </p:sp>
    </p:spTree>
    <p:extLst>
      <p:ext uri="{BB962C8B-B14F-4D97-AF65-F5344CB8AC3E}">
        <p14:creationId xmlns:p14="http://schemas.microsoft.com/office/powerpoint/2010/main" val="57806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52D03-5B7B-0100-2E50-500EBCAA6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828A6-7E06-026B-4903-84B0289E0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48D9A9-30E4-F482-8B56-04101493294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087A8B3-BF60-4D60-6869-61B5EF90B41A}"/>
              </a:ext>
            </a:extLst>
          </p:cNvPr>
          <p:cNvSpPr>
            <a:spLocks noGrp="1"/>
          </p:cNvSpPr>
          <p:nvPr>
            <p:ph type="sldNum" sz="quarter" idx="5"/>
          </p:nvPr>
        </p:nvSpPr>
        <p:spPr/>
        <p:txBody>
          <a:bodyPr/>
          <a:lstStyle/>
          <a:p>
            <a:fld id="{6A37CB66-757F-4CC6-8807-CFD64E017517}" type="slidenum">
              <a:rPr lang="en-IN" smtClean="0"/>
              <a:t>8</a:t>
            </a:fld>
            <a:endParaRPr lang="en-IN"/>
          </a:p>
        </p:txBody>
      </p:sp>
    </p:spTree>
    <p:extLst>
      <p:ext uri="{BB962C8B-B14F-4D97-AF65-F5344CB8AC3E}">
        <p14:creationId xmlns:p14="http://schemas.microsoft.com/office/powerpoint/2010/main" val="3962123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339A9-671E-27C7-C5C7-12EBA3F1E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B7000-A6D5-3DA4-5315-D50957A8F1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F3720-42D1-302E-B3B4-435764C4D65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D57F9C0-00E3-60F2-CFEB-AC297C7B55D9}"/>
              </a:ext>
            </a:extLst>
          </p:cNvPr>
          <p:cNvSpPr>
            <a:spLocks noGrp="1"/>
          </p:cNvSpPr>
          <p:nvPr>
            <p:ph type="sldNum" sz="quarter" idx="5"/>
          </p:nvPr>
        </p:nvSpPr>
        <p:spPr/>
        <p:txBody>
          <a:bodyPr/>
          <a:lstStyle/>
          <a:p>
            <a:fld id="{6A37CB66-757F-4CC6-8807-CFD64E017517}" type="slidenum">
              <a:rPr lang="en-IN" smtClean="0"/>
              <a:t>9</a:t>
            </a:fld>
            <a:endParaRPr lang="en-IN"/>
          </a:p>
        </p:txBody>
      </p:sp>
    </p:spTree>
    <p:extLst>
      <p:ext uri="{BB962C8B-B14F-4D97-AF65-F5344CB8AC3E}">
        <p14:creationId xmlns:p14="http://schemas.microsoft.com/office/powerpoint/2010/main" val="2957590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89F92-7AC2-B3FF-19CA-D787B4FDB1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3286D-4FDF-B9B8-CB3A-81B035B8A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1FF4B8-1CB2-3AA3-370B-5B4F05AFAAF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4C24CD4-6730-AA1B-D751-82C7AD66129D}"/>
              </a:ext>
            </a:extLst>
          </p:cNvPr>
          <p:cNvSpPr>
            <a:spLocks noGrp="1"/>
          </p:cNvSpPr>
          <p:nvPr>
            <p:ph type="sldNum" sz="quarter" idx="5"/>
          </p:nvPr>
        </p:nvSpPr>
        <p:spPr/>
        <p:txBody>
          <a:bodyPr/>
          <a:lstStyle/>
          <a:p>
            <a:fld id="{6A37CB66-757F-4CC6-8807-CFD64E017517}" type="slidenum">
              <a:rPr lang="en-IN" smtClean="0"/>
              <a:t>10</a:t>
            </a:fld>
            <a:endParaRPr lang="en-IN"/>
          </a:p>
        </p:txBody>
      </p:sp>
    </p:spTree>
    <p:extLst>
      <p:ext uri="{BB962C8B-B14F-4D97-AF65-F5344CB8AC3E}">
        <p14:creationId xmlns:p14="http://schemas.microsoft.com/office/powerpoint/2010/main" val="727499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FA2B0-2637-7367-5EC1-910A9EB39C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666A9-F799-799B-1676-249A5C225C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C536A-A4A2-EBAE-D0DB-1937BF6BEE7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CF22486-DDBE-6923-4066-FA0FFD19BF96}"/>
              </a:ext>
            </a:extLst>
          </p:cNvPr>
          <p:cNvSpPr>
            <a:spLocks noGrp="1"/>
          </p:cNvSpPr>
          <p:nvPr>
            <p:ph type="sldNum" sz="quarter" idx="5"/>
          </p:nvPr>
        </p:nvSpPr>
        <p:spPr/>
        <p:txBody>
          <a:bodyPr/>
          <a:lstStyle/>
          <a:p>
            <a:fld id="{6A37CB66-757F-4CC6-8807-CFD64E017517}" type="slidenum">
              <a:rPr lang="en-IN" smtClean="0"/>
              <a:t>11</a:t>
            </a:fld>
            <a:endParaRPr lang="en-IN"/>
          </a:p>
        </p:txBody>
      </p:sp>
    </p:spTree>
    <p:extLst>
      <p:ext uri="{BB962C8B-B14F-4D97-AF65-F5344CB8AC3E}">
        <p14:creationId xmlns:p14="http://schemas.microsoft.com/office/powerpoint/2010/main" val="2616462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62A36-155E-62E3-DFED-6935521B24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038E9-1D35-0844-57A0-9B18352DE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15AA1E-DD44-2419-D964-DA184B53FBD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71BFAF6-448B-E707-EB24-C07B2EC4428C}"/>
              </a:ext>
            </a:extLst>
          </p:cNvPr>
          <p:cNvSpPr>
            <a:spLocks noGrp="1"/>
          </p:cNvSpPr>
          <p:nvPr>
            <p:ph type="sldNum" sz="quarter" idx="5"/>
          </p:nvPr>
        </p:nvSpPr>
        <p:spPr/>
        <p:txBody>
          <a:bodyPr/>
          <a:lstStyle/>
          <a:p>
            <a:fld id="{6A37CB66-757F-4CC6-8807-CFD64E017517}" type="slidenum">
              <a:rPr lang="en-IN" smtClean="0"/>
              <a:t>12</a:t>
            </a:fld>
            <a:endParaRPr lang="en-IN"/>
          </a:p>
        </p:txBody>
      </p:sp>
    </p:spTree>
    <p:extLst>
      <p:ext uri="{BB962C8B-B14F-4D97-AF65-F5344CB8AC3E}">
        <p14:creationId xmlns:p14="http://schemas.microsoft.com/office/powerpoint/2010/main" val="1939271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AAD96-BB51-70A0-0EDA-7FCD27CB3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6DADF-BFFB-D75C-491F-3318ECC7F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D49B6-54FE-9F63-839A-29896C1434A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184AD2-7ED9-4936-A174-1509C0963F94}"/>
              </a:ext>
            </a:extLst>
          </p:cNvPr>
          <p:cNvSpPr>
            <a:spLocks noGrp="1"/>
          </p:cNvSpPr>
          <p:nvPr>
            <p:ph type="sldNum" sz="quarter" idx="5"/>
          </p:nvPr>
        </p:nvSpPr>
        <p:spPr/>
        <p:txBody>
          <a:bodyPr/>
          <a:lstStyle/>
          <a:p>
            <a:fld id="{6A37CB66-757F-4CC6-8807-CFD64E017517}" type="slidenum">
              <a:rPr lang="en-IN" smtClean="0"/>
              <a:t>13</a:t>
            </a:fld>
            <a:endParaRPr lang="en-IN"/>
          </a:p>
        </p:txBody>
      </p:sp>
    </p:spTree>
    <p:extLst>
      <p:ext uri="{BB962C8B-B14F-4D97-AF65-F5344CB8AC3E}">
        <p14:creationId xmlns:p14="http://schemas.microsoft.com/office/powerpoint/2010/main" val="3560847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D5028-0F14-579B-5194-D1DCA502C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24546-30EC-79C8-C8A6-CC5DA6177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F27619-9D27-42F8-9650-8A28269A2AB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7F42D4-151C-15C1-7D5A-13F3EE998D0C}"/>
              </a:ext>
            </a:extLst>
          </p:cNvPr>
          <p:cNvSpPr>
            <a:spLocks noGrp="1"/>
          </p:cNvSpPr>
          <p:nvPr>
            <p:ph type="sldNum" sz="quarter" idx="5"/>
          </p:nvPr>
        </p:nvSpPr>
        <p:spPr/>
        <p:txBody>
          <a:bodyPr/>
          <a:lstStyle/>
          <a:p>
            <a:fld id="{6A37CB66-757F-4CC6-8807-CFD64E017517}" type="slidenum">
              <a:rPr lang="en-IN" smtClean="0"/>
              <a:t>14</a:t>
            </a:fld>
            <a:endParaRPr lang="en-IN"/>
          </a:p>
        </p:txBody>
      </p:sp>
    </p:spTree>
    <p:extLst>
      <p:ext uri="{BB962C8B-B14F-4D97-AF65-F5344CB8AC3E}">
        <p14:creationId xmlns:p14="http://schemas.microsoft.com/office/powerpoint/2010/main" val="26578306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99B00-3B31-8CCE-1B95-C4A659E78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DB4CB-A947-31D6-AD35-1D103A5B8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4157A4-5E07-B694-9F1F-E31901872D7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CB83C5-E987-01E2-F54A-F76D68C93658}"/>
              </a:ext>
            </a:extLst>
          </p:cNvPr>
          <p:cNvSpPr>
            <a:spLocks noGrp="1"/>
          </p:cNvSpPr>
          <p:nvPr>
            <p:ph type="sldNum" sz="quarter" idx="5"/>
          </p:nvPr>
        </p:nvSpPr>
        <p:spPr/>
        <p:txBody>
          <a:bodyPr/>
          <a:lstStyle/>
          <a:p>
            <a:fld id="{6A37CB66-757F-4CC6-8807-CFD64E017517}" type="slidenum">
              <a:rPr lang="en-IN" smtClean="0"/>
              <a:t>15</a:t>
            </a:fld>
            <a:endParaRPr lang="en-IN"/>
          </a:p>
        </p:txBody>
      </p:sp>
    </p:spTree>
    <p:extLst>
      <p:ext uri="{BB962C8B-B14F-4D97-AF65-F5344CB8AC3E}">
        <p14:creationId xmlns:p14="http://schemas.microsoft.com/office/powerpoint/2010/main" val="6957805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BFA89-F6C3-BC60-3455-02F7716A9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732F2-BA9C-F212-C6A8-AE76C900F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D3B2B-544F-EA66-4951-B4C43C2C68C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E066FF-DCD2-CCAD-F6C5-A0AB1C1CA35C}"/>
              </a:ext>
            </a:extLst>
          </p:cNvPr>
          <p:cNvSpPr>
            <a:spLocks noGrp="1"/>
          </p:cNvSpPr>
          <p:nvPr>
            <p:ph type="sldNum" sz="quarter" idx="5"/>
          </p:nvPr>
        </p:nvSpPr>
        <p:spPr/>
        <p:txBody>
          <a:bodyPr/>
          <a:lstStyle/>
          <a:p>
            <a:fld id="{6A37CB66-757F-4CC6-8807-CFD64E017517}" type="slidenum">
              <a:rPr lang="en-IN" smtClean="0"/>
              <a:t>16</a:t>
            </a:fld>
            <a:endParaRPr lang="en-IN"/>
          </a:p>
        </p:txBody>
      </p:sp>
    </p:spTree>
    <p:extLst>
      <p:ext uri="{BB962C8B-B14F-4D97-AF65-F5344CB8AC3E}">
        <p14:creationId xmlns:p14="http://schemas.microsoft.com/office/powerpoint/2010/main" val="414071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3AEE8-0687-EF73-303C-E791B2C60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82DCC-55FE-8991-FF0D-B32490DFA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2795EE-81D0-C78B-DD9E-764B709B147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7E53244-15F8-B447-C3F8-857F7D978CC7}"/>
              </a:ext>
            </a:extLst>
          </p:cNvPr>
          <p:cNvSpPr>
            <a:spLocks noGrp="1"/>
          </p:cNvSpPr>
          <p:nvPr>
            <p:ph type="sldNum" sz="quarter" idx="5"/>
          </p:nvPr>
        </p:nvSpPr>
        <p:spPr/>
        <p:txBody>
          <a:bodyPr/>
          <a:lstStyle/>
          <a:p>
            <a:fld id="{6A37CB66-757F-4CC6-8807-CFD64E017517}" type="slidenum">
              <a:rPr lang="en-IN" smtClean="0"/>
              <a:t>17</a:t>
            </a:fld>
            <a:endParaRPr lang="en-IN"/>
          </a:p>
        </p:txBody>
      </p:sp>
    </p:spTree>
    <p:extLst>
      <p:ext uri="{BB962C8B-B14F-4D97-AF65-F5344CB8AC3E}">
        <p14:creationId xmlns:p14="http://schemas.microsoft.com/office/powerpoint/2010/main" val="25567798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07C47-A54D-355A-4251-640D4D4A5C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94105-262A-6A05-00AF-A4DA94ABB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3876FF-74B2-D603-14DF-4F8AF70A6FD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5589AD9-FF04-2460-3C82-94426480DFE6}"/>
              </a:ext>
            </a:extLst>
          </p:cNvPr>
          <p:cNvSpPr>
            <a:spLocks noGrp="1"/>
          </p:cNvSpPr>
          <p:nvPr>
            <p:ph type="sldNum" sz="quarter" idx="5"/>
          </p:nvPr>
        </p:nvSpPr>
        <p:spPr/>
        <p:txBody>
          <a:bodyPr/>
          <a:lstStyle/>
          <a:p>
            <a:fld id="{6A37CB66-757F-4CC6-8807-CFD64E017517}" type="slidenum">
              <a:rPr lang="en-IN" smtClean="0"/>
              <a:t>18</a:t>
            </a:fld>
            <a:endParaRPr lang="en-IN"/>
          </a:p>
        </p:txBody>
      </p:sp>
    </p:spTree>
    <p:extLst>
      <p:ext uri="{BB962C8B-B14F-4D97-AF65-F5344CB8AC3E}">
        <p14:creationId xmlns:p14="http://schemas.microsoft.com/office/powerpoint/2010/main" val="19844940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CF4CE-5511-671B-EF19-0D33F7F71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3EFA1-2936-C8C0-2935-F80AE21505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38994F-05DD-1838-1977-6554EF44032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53A0AB6-4F41-2408-6069-6A16974368B8}"/>
              </a:ext>
            </a:extLst>
          </p:cNvPr>
          <p:cNvSpPr>
            <a:spLocks noGrp="1"/>
          </p:cNvSpPr>
          <p:nvPr>
            <p:ph type="sldNum" sz="quarter" idx="5"/>
          </p:nvPr>
        </p:nvSpPr>
        <p:spPr/>
        <p:txBody>
          <a:bodyPr/>
          <a:lstStyle/>
          <a:p>
            <a:fld id="{6A37CB66-757F-4CC6-8807-CFD64E017517}" type="slidenum">
              <a:rPr lang="en-IN" smtClean="0"/>
              <a:t>19</a:t>
            </a:fld>
            <a:endParaRPr lang="en-IN"/>
          </a:p>
        </p:txBody>
      </p:sp>
    </p:spTree>
    <p:extLst>
      <p:ext uri="{BB962C8B-B14F-4D97-AF65-F5344CB8AC3E}">
        <p14:creationId xmlns:p14="http://schemas.microsoft.com/office/powerpoint/2010/main" val="958865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782F4-80F4-54D9-3F76-263507F6E8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79B20EC-EF52-0110-C4F5-719D2AB7E0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447A27B-1559-F349-7DB9-9CAFE14BD1A4}"/>
              </a:ext>
            </a:extLst>
          </p:cNvPr>
          <p:cNvSpPr>
            <a:spLocks noGrp="1"/>
          </p:cNvSpPr>
          <p:nvPr>
            <p:ph type="dt" sz="half" idx="10"/>
          </p:nvPr>
        </p:nvSpPr>
        <p:spPr/>
        <p:txBody>
          <a:bodyPr/>
          <a:lstStyle/>
          <a:p>
            <a:fld id="{4FBD2748-9ABC-4069-970C-C4BAE8C9C30B}" type="datetimeFigureOut">
              <a:rPr lang="en-IN" smtClean="0"/>
              <a:t>30-09-2025</a:t>
            </a:fld>
            <a:endParaRPr lang="en-IN"/>
          </a:p>
        </p:txBody>
      </p:sp>
      <p:sp>
        <p:nvSpPr>
          <p:cNvPr id="5" name="Footer Placeholder 4">
            <a:extLst>
              <a:ext uri="{FF2B5EF4-FFF2-40B4-BE49-F238E27FC236}">
                <a16:creationId xmlns:a16="http://schemas.microsoft.com/office/drawing/2014/main" id="{C4635091-16A4-F9CC-D59F-4C7400CEC0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6B0FC3-6643-5773-1759-AC80D1B765BE}"/>
              </a:ext>
            </a:extLst>
          </p:cNvPr>
          <p:cNvSpPr>
            <a:spLocks noGrp="1"/>
          </p:cNvSpPr>
          <p:nvPr>
            <p:ph type="sldNum" sz="quarter" idx="12"/>
          </p:nvPr>
        </p:nvSpPr>
        <p:spPr/>
        <p:txBody>
          <a:bodyPr/>
          <a:lstStyle/>
          <a:p>
            <a:fld id="{B852C27B-D8EA-4DDB-B26F-8CB7EC1F7052}" type="slidenum">
              <a:rPr lang="en-IN" smtClean="0"/>
              <a:t>‹#›</a:t>
            </a:fld>
            <a:endParaRPr lang="en-IN"/>
          </a:p>
        </p:txBody>
      </p:sp>
    </p:spTree>
    <p:extLst>
      <p:ext uri="{BB962C8B-B14F-4D97-AF65-F5344CB8AC3E}">
        <p14:creationId xmlns:p14="http://schemas.microsoft.com/office/powerpoint/2010/main" val="1010341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DA027-5BBB-5155-D810-394E61F796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E2EEAD-5851-EA58-1D28-86A94514EA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DBA544-A28D-0F62-B7DD-7219805D7BA7}"/>
              </a:ext>
            </a:extLst>
          </p:cNvPr>
          <p:cNvSpPr>
            <a:spLocks noGrp="1"/>
          </p:cNvSpPr>
          <p:nvPr>
            <p:ph type="dt" sz="half" idx="10"/>
          </p:nvPr>
        </p:nvSpPr>
        <p:spPr/>
        <p:txBody>
          <a:bodyPr/>
          <a:lstStyle/>
          <a:p>
            <a:fld id="{4FBD2748-9ABC-4069-970C-C4BAE8C9C30B}" type="datetimeFigureOut">
              <a:rPr lang="en-IN" smtClean="0"/>
              <a:t>30-09-2025</a:t>
            </a:fld>
            <a:endParaRPr lang="en-IN"/>
          </a:p>
        </p:txBody>
      </p:sp>
      <p:sp>
        <p:nvSpPr>
          <p:cNvPr id="5" name="Footer Placeholder 4">
            <a:extLst>
              <a:ext uri="{FF2B5EF4-FFF2-40B4-BE49-F238E27FC236}">
                <a16:creationId xmlns:a16="http://schemas.microsoft.com/office/drawing/2014/main" id="{E28DD5FE-FD30-9E0B-EC69-8367E147B9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89B483-B2DF-201E-3971-912E5CA4FFE8}"/>
              </a:ext>
            </a:extLst>
          </p:cNvPr>
          <p:cNvSpPr>
            <a:spLocks noGrp="1"/>
          </p:cNvSpPr>
          <p:nvPr>
            <p:ph type="sldNum" sz="quarter" idx="12"/>
          </p:nvPr>
        </p:nvSpPr>
        <p:spPr/>
        <p:txBody>
          <a:bodyPr/>
          <a:lstStyle/>
          <a:p>
            <a:fld id="{B852C27B-D8EA-4DDB-B26F-8CB7EC1F7052}" type="slidenum">
              <a:rPr lang="en-IN" smtClean="0"/>
              <a:t>‹#›</a:t>
            </a:fld>
            <a:endParaRPr lang="en-IN"/>
          </a:p>
        </p:txBody>
      </p:sp>
    </p:spTree>
    <p:extLst>
      <p:ext uri="{BB962C8B-B14F-4D97-AF65-F5344CB8AC3E}">
        <p14:creationId xmlns:p14="http://schemas.microsoft.com/office/powerpoint/2010/main" val="2359278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C9B7A-601F-0B8A-248F-6FA3D76594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EDDFFD-0BEB-92E6-E9EF-E193C6D2DB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DE7EE3-9931-225B-B1D2-45490D605285}"/>
              </a:ext>
            </a:extLst>
          </p:cNvPr>
          <p:cNvSpPr>
            <a:spLocks noGrp="1"/>
          </p:cNvSpPr>
          <p:nvPr>
            <p:ph type="dt" sz="half" idx="10"/>
          </p:nvPr>
        </p:nvSpPr>
        <p:spPr/>
        <p:txBody>
          <a:bodyPr/>
          <a:lstStyle/>
          <a:p>
            <a:fld id="{4FBD2748-9ABC-4069-970C-C4BAE8C9C30B}" type="datetimeFigureOut">
              <a:rPr lang="en-IN" smtClean="0"/>
              <a:t>30-09-2025</a:t>
            </a:fld>
            <a:endParaRPr lang="en-IN"/>
          </a:p>
        </p:txBody>
      </p:sp>
      <p:sp>
        <p:nvSpPr>
          <p:cNvPr id="5" name="Footer Placeholder 4">
            <a:extLst>
              <a:ext uri="{FF2B5EF4-FFF2-40B4-BE49-F238E27FC236}">
                <a16:creationId xmlns:a16="http://schemas.microsoft.com/office/drawing/2014/main" id="{D81E4E7A-E425-4587-0884-884B5EE726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81D5E1-70D7-D7C2-DDCD-7E341CF03770}"/>
              </a:ext>
            </a:extLst>
          </p:cNvPr>
          <p:cNvSpPr>
            <a:spLocks noGrp="1"/>
          </p:cNvSpPr>
          <p:nvPr>
            <p:ph type="sldNum" sz="quarter" idx="12"/>
          </p:nvPr>
        </p:nvSpPr>
        <p:spPr/>
        <p:txBody>
          <a:bodyPr/>
          <a:lstStyle/>
          <a:p>
            <a:fld id="{B852C27B-D8EA-4DDB-B26F-8CB7EC1F7052}" type="slidenum">
              <a:rPr lang="en-IN" smtClean="0"/>
              <a:t>‹#›</a:t>
            </a:fld>
            <a:endParaRPr lang="en-IN"/>
          </a:p>
        </p:txBody>
      </p:sp>
    </p:spTree>
    <p:extLst>
      <p:ext uri="{BB962C8B-B14F-4D97-AF65-F5344CB8AC3E}">
        <p14:creationId xmlns:p14="http://schemas.microsoft.com/office/powerpoint/2010/main" val="1589170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298D5-13B3-0ADE-E665-0D2100DC60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394079-F672-6873-B031-D5B0BA22AB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D18A0F-007E-C29D-FFF2-BB049F3714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7B0C74E-5ADF-F9C1-0C8C-B67E394456DF}"/>
              </a:ext>
            </a:extLst>
          </p:cNvPr>
          <p:cNvSpPr>
            <a:spLocks noGrp="1"/>
          </p:cNvSpPr>
          <p:nvPr>
            <p:ph type="dt" sz="half" idx="10"/>
          </p:nvPr>
        </p:nvSpPr>
        <p:spPr/>
        <p:txBody>
          <a:bodyPr/>
          <a:lstStyle/>
          <a:p>
            <a:fld id="{4FBD2748-9ABC-4069-970C-C4BAE8C9C30B}" type="datetimeFigureOut">
              <a:rPr lang="en-IN" smtClean="0"/>
              <a:t>30-09-2025</a:t>
            </a:fld>
            <a:endParaRPr lang="en-IN"/>
          </a:p>
        </p:txBody>
      </p:sp>
      <p:sp>
        <p:nvSpPr>
          <p:cNvPr id="6" name="Footer Placeholder 5">
            <a:extLst>
              <a:ext uri="{FF2B5EF4-FFF2-40B4-BE49-F238E27FC236}">
                <a16:creationId xmlns:a16="http://schemas.microsoft.com/office/drawing/2014/main" id="{111BBD41-27F3-BD3F-D0D2-BAC4B0666D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D94B69-3B82-B7B0-9C30-628438F13C33}"/>
              </a:ext>
            </a:extLst>
          </p:cNvPr>
          <p:cNvSpPr>
            <a:spLocks noGrp="1"/>
          </p:cNvSpPr>
          <p:nvPr>
            <p:ph type="sldNum" sz="quarter" idx="12"/>
          </p:nvPr>
        </p:nvSpPr>
        <p:spPr/>
        <p:txBody>
          <a:bodyPr/>
          <a:lstStyle/>
          <a:p>
            <a:fld id="{B852C27B-D8EA-4DDB-B26F-8CB7EC1F7052}" type="slidenum">
              <a:rPr lang="en-IN" smtClean="0"/>
              <a:t>‹#›</a:t>
            </a:fld>
            <a:endParaRPr lang="en-IN"/>
          </a:p>
        </p:txBody>
      </p:sp>
    </p:spTree>
    <p:extLst>
      <p:ext uri="{BB962C8B-B14F-4D97-AF65-F5344CB8AC3E}">
        <p14:creationId xmlns:p14="http://schemas.microsoft.com/office/powerpoint/2010/main" val="3120496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2C309-0609-3E34-A821-FC1AF243C8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97BE54-4E0C-0E93-0C54-0BD3747C52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DF465D-4964-00AE-EC71-F3EA0DEB97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D0BFD2-5207-8F57-DCF9-BDF2B3C4E4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10AFF6-FCF6-A275-42C8-349C1683F9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72D8E13-9F39-5657-23DD-E1DC7FADB9DD}"/>
              </a:ext>
            </a:extLst>
          </p:cNvPr>
          <p:cNvSpPr>
            <a:spLocks noGrp="1"/>
          </p:cNvSpPr>
          <p:nvPr>
            <p:ph type="dt" sz="half" idx="10"/>
          </p:nvPr>
        </p:nvSpPr>
        <p:spPr/>
        <p:txBody>
          <a:bodyPr/>
          <a:lstStyle/>
          <a:p>
            <a:fld id="{4FBD2748-9ABC-4069-970C-C4BAE8C9C30B}" type="datetimeFigureOut">
              <a:rPr lang="en-IN" smtClean="0"/>
              <a:t>30-09-2025</a:t>
            </a:fld>
            <a:endParaRPr lang="en-IN"/>
          </a:p>
        </p:txBody>
      </p:sp>
      <p:sp>
        <p:nvSpPr>
          <p:cNvPr id="8" name="Footer Placeholder 7">
            <a:extLst>
              <a:ext uri="{FF2B5EF4-FFF2-40B4-BE49-F238E27FC236}">
                <a16:creationId xmlns:a16="http://schemas.microsoft.com/office/drawing/2014/main" id="{92D5AFC0-A046-38AE-54AD-6670403EF8E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E1ED35D-9738-2A30-5D46-4DC1F0F65975}"/>
              </a:ext>
            </a:extLst>
          </p:cNvPr>
          <p:cNvSpPr>
            <a:spLocks noGrp="1"/>
          </p:cNvSpPr>
          <p:nvPr>
            <p:ph type="sldNum" sz="quarter" idx="12"/>
          </p:nvPr>
        </p:nvSpPr>
        <p:spPr/>
        <p:txBody>
          <a:bodyPr/>
          <a:lstStyle/>
          <a:p>
            <a:fld id="{B852C27B-D8EA-4DDB-B26F-8CB7EC1F7052}" type="slidenum">
              <a:rPr lang="en-IN" smtClean="0"/>
              <a:t>‹#›</a:t>
            </a:fld>
            <a:endParaRPr lang="en-IN"/>
          </a:p>
        </p:txBody>
      </p:sp>
    </p:spTree>
    <p:extLst>
      <p:ext uri="{BB962C8B-B14F-4D97-AF65-F5344CB8AC3E}">
        <p14:creationId xmlns:p14="http://schemas.microsoft.com/office/powerpoint/2010/main" val="2353287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36673-5BEA-9CC8-289C-44EB6A2EBF4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58111D-A1E4-730B-50B7-700C01181AB3}"/>
              </a:ext>
            </a:extLst>
          </p:cNvPr>
          <p:cNvSpPr>
            <a:spLocks noGrp="1"/>
          </p:cNvSpPr>
          <p:nvPr>
            <p:ph type="dt" sz="half" idx="10"/>
          </p:nvPr>
        </p:nvSpPr>
        <p:spPr/>
        <p:txBody>
          <a:bodyPr/>
          <a:lstStyle/>
          <a:p>
            <a:fld id="{4FBD2748-9ABC-4069-970C-C4BAE8C9C30B}" type="datetimeFigureOut">
              <a:rPr lang="en-IN" smtClean="0"/>
              <a:t>30-09-2025</a:t>
            </a:fld>
            <a:endParaRPr lang="en-IN"/>
          </a:p>
        </p:txBody>
      </p:sp>
      <p:sp>
        <p:nvSpPr>
          <p:cNvPr id="4" name="Footer Placeholder 3">
            <a:extLst>
              <a:ext uri="{FF2B5EF4-FFF2-40B4-BE49-F238E27FC236}">
                <a16:creationId xmlns:a16="http://schemas.microsoft.com/office/drawing/2014/main" id="{8419C8E2-0129-C71E-887A-8FA192D9E6F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87491F-D7B7-224D-9FE1-09E8C84C459E}"/>
              </a:ext>
            </a:extLst>
          </p:cNvPr>
          <p:cNvSpPr>
            <a:spLocks noGrp="1"/>
          </p:cNvSpPr>
          <p:nvPr>
            <p:ph type="sldNum" sz="quarter" idx="12"/>
          </p:nvPr>
        </p:nvSpPr>
        <p:spPr/>
        <p:txBody>
          <a:bodyPr/>
          <a:lstStyle/>
          <a:p>
            <a:fld id="{B852C27B-D8EA-4DDB-B26F-8CB7EC1F7052}" type="slidenum">
              <a:rPr lang="en-IN" smtClean="0"/>
              <a:t>‹#›</a:t>
            </a:fld>
            <a:endParaRPr lang="en-IN"/>
          </a:p>
        </p:txBody>
      </p:sp>
    </p:spTree>
    <p:extLst>
      <p:ext uri="{BB962C8B-B14F-4D97-AF65-F5344CB8AC3E}">
        <p14:creationId xmlns:p14="http://schemas.microsoft.com/office/powerpoint/2010/main" val="1168911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13A377-9995-E916-D771-D12362F6CDED}"/>
              </a:ext>
            </a:extLst>
          </p:cNvPr>
          <p:cNvSpPr>
            <a:spLocks noGrp="1"/>
          </p:cNvSpPr>
          <p:nvPr>
            <p:ph type="dt" sz="half" idx="10"/>
          </p:nvPr>
        </p:nvSpPr>
        <p:spPr/>
        <p:txBody>
          <a:bodyPr/>
          <a:lstStyle/>
          <a:p>
            <a:fld id="{4FBD2748-9ABC-4069-970C-C4BAE8C9C30B}" type="datetimeFigureOut">
              <a:rPr lang="en-IN" smtClean="0"/>
              <a:t>30-09-2025</a:t>
            </a:fld>
            <a:endParaRPr lang="en-IN"/>
          </a:p>
        </p:txBody>
      </p:sp>
      <p:sp>
        <p:nvSpPr>
          <p:cNvPr id="3" name="Footer Placeholder 2">
            <a:extLst>
              <a:ext uri="{FF2B5EF4-FFF2-40B4-BE49-F238E27FC236}">
                <a16:creationId xmlns:a16="http://schemas.microsoft.com/office/drawing/2014/main" id="{6A36F109-6C40-2A18-DE31-4CD1655397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843F440-588E-CC41-00B0-367AE28EDEE9}"/>
              </a:ext>
            </a:extLst>
          </p:cNvPr>
          <p:cNvSpPr>
            <a:spLocks noGrp="1"/>
          </p:cNvSpPr>
          <p:nvPr>
            <p:ph type="sldNum" sz="quarter" idx="12"/>
          </p:nvPr>
        </p:nvSpPr>
        <p:spPr/>
        <p:txBody>
          <a:bodyPr/>
          <a:lstStyle/>
          <a:p>
            <a:fld id="{B852C27B-D8EA-4DDB-B26F-8CB7EC1F7052}" type="slidenum">
              <a:rPr lang="en-IN" smtClean="0"/>
              <a:t>‹#›</a:t>
            </a:fld>
            <a:endParaRPr lang="en-IN"/>
          </a:p>
        </p:txBody>
      </p:sp>
    </p:spTree>
    <p:extLst>
      <p:ext uri="{BB962C8B-B14F-4D97-AF65-F5344CB8AC3E}">
        <p14:creationId xmlns:p14="http://schemas.microsoft.com/office/powerpoint/2010/main" val="3617023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BA1F5-6D9B-50FD-3E2A-9735BE24CF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CEF5355-8CF2-D33C-23DA-0CCBFE6D03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A76C253-9407-C179-078E-BBE89E7518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A9B0C5-DFF0-F036-0DED-A3AAF67DE07A}"/>
              </a:ext>
            </a:extLst>
          </p:cNvPr>
          <p:cNvSpPr>
            <a:spLocks noGrp="1"/>
          </p:cNvSpPr>
          <p:nvPr>
            <p:ph type="dt" sz="half" idx="10"/>
          </p:nvPr>
        </p:nvSpPr>
        <p:spPr/>
        <p:txBody>
          <a:bodyPr/>
          <a:lstStyle/>
          <a:p>
            <a:fld id="{4FBD2748-9ABC-4069-970C-C4BAE8C9C30B}" type="datetimeFigureOut">
              <a:rPr lang="en-IN" smtClean="0"/>
              <a:t>30-09-2025</a:t>
            </a:fld>
            <a:endParaRPr lang="en-IN"/>
          </a:p>
        </p:txBody>
      </p:sp>
      <p:sp>
        <p:nvSpPr>
          <p:cNvPr id="6" name="Footer Placeholder 5">
            <a:extLst>
              <a:ext uri="{FF2B5EF4-FFF2-40B4-BE49-F238E27FC236}">
                <a16:creationId xmlns:a16="http://schemas.microsoft.com/office/drawing/2014/main" id="{8FF43ECF-97C2-9622-838B-594C830D36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5F91AE-B445-6647-1704-16DA523852EE}"/>
              </a:ext>
            </a:extLst>
          </p:cNvPr>
          <p:cNvSpPr>
            <a:spLocks noGrp="1"/>
          </p:cNvSpPr>
          <p:nvPr>
            <p:ph type="sldNum" sz="quarter" idx="12"/>
          </p:nvPr>
        </p:nvSpPr>
        <p:spPr/>
        <p:txBody>
          <a:bodyPr/>
          <a:lstStyle/>
          <a:p>
            <a:fld id="{B852C27B-D8EA-4DDB-B26F-8CB7EC1F7052}" type="slidenum">
              <a:rPr lang="en-IN" smtClean="0"/>
              <a:t>‹#›</a:t>
            </a:fld>
            <a:endParaRPr lang="en-IN"/>
          </a:p>
        </p:txBody>
      </p:sp>
    </p:spTree>
    <p:extLst>
      <p:ext uri="{BB962C8B-B14F-4D97-AF65-F5344CB8AC3E}">
        <p14:creationId xmlns:p14="http://schemas.microsoft.com/office/powerpoint/2010/main" val="275644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B8B60-1670-EBB0-E752-FF0B7DDBAD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B44E25-9604-70C5-59EE-803CABD51B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A16949-763E-7804-FD27-B6E0038FA8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430F83-3566-E713-40EA-CB125EB55511}"/>
              </a:ext>
            </a:extLst>
          </p:cNvPr>
          <p:cNvSpPr>
            <a:spLocks noGrp="1"/>
          </p:cNvSpPr>
          <p:nvPr>
            <p:ph type="dt" sz="half" idx="10"/>
          </p:nvPr>
        </p:nvSpPr>
        <p:spPr/>
        <p:txBody>
          <a:bodyPr/>
          <a:lstStyle/>
          <a:p>
            <a:fld id="{4FBD2748-9ABC-4069-970C-C4BAE8C9C30B}" type="datetimeFigureOut">
              <a:rPr lang="en-IN" smtClean="0"/>
              <a:t>30-09-2025</a:t>
            </a:fld>
            <a:endParaRPr lang="en-IN"/>
          </a:p>
        </p:txBody>
      </p:sp>
      <p:sp>
        <p:nvSpPr>
          <p:cNvPr id="6" name="Footer Placeholder 5">
            <a:extLst>
              <a:ext uri="{FF2B5EF4-FFF2-40B4-BE49-F238E27FC236}">
                <a16:creationId xmlns:a16="http://schemas.microsoft.com/office/drawing/2014/main" id="{3FCC3A9F-B31A-7814-C6C8-00C1900EC6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F2BBA7-AE11-DC1C-6254-A0AFC2341CB4}"/>
              </a:ext>
            </a:extLst>
          </p:cNvPr>
          <p:cNvSpPr>
            <a:spLocks noGrp="1"/>
          </p:cNvSpPr>
          <p:nvPr>
            <p:ph type="sldNum" sz="quarter" idx="12"/>
          </p:nvPr>
        </p:nvSpPr>
        <p:spPr/>
        <p:txBody>
          <a:bodyPr/>
          <a:lstStyle/>
          <a:p>
            <a:fld id="{B852C27B-D8EA-4DDB-B26F-8CB7EC1F7052}" type="slidenum">
              <a:rPr lang="en-IN" smtClean="0"/>
              <a:t>‹#›</a:t>
            </a:fld>
            <a:endParaRPr lang="en-IN"/>
          </a:p>
        </p:txBody>
      </p:sp>
    </p:spTree>
    <p:extLst>
      <p:ext uri="{BB962C8B-B14F-4D97-AF65-F5344CB8AC3E}">
        <p14:creationId xmlns:p14="http://schemas.microsoft.com/office/powerpoint/2010/main" val="4205979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96D90-3DDD-6D35-CCE4-5FCADC532D4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13F67E-BD8C-024C-51E6-AF4D4BB88A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92D554-3216-3614-0CE3-0E4F8F5E7BB6}"/>
              </a:ext>
            </a:extLst>
          </p:cNvPr>
          <p:cNvSpPr>
            <a:spLocks noGrp="1"/>
          </p:cNvSpPr>
          <p:nvPr>
            <p:ph type="dt" sz="half" idx="10"/>
          </p:nvPr>
        </p:nvSpPr>
        <p:spPr/>
        <p:txBody>
          <a:bodyPr/>
          <a:lstStyle/>
          <a:p>
            <a:fld id="{4FBD2748-9ABC-4069-970C-C4BAE8C9C30B}" type="datetimeFigureOut">
              <a:rPr lang="en-IN" smtClean="0"/>
              <a:t>30-09-2025</a:t>
            </a:fld>
            <a:endParaRPr lang="en-IN"/>
          </a:p>
        </p:txBody>
      </p:sp>
      <p:sp>
        <p:nvSpPr>
          <p:cNvPr id="5" name="Footer Placeholder 4">
            <a:extLst>
              <a:ext uri="{FF2B5EF4-FFF2-40B4-BE49-F238E27FC236}">
                <a16:creationId xmlns:a16="http://schemas.microsoft.com/office/drawing/2014/main" id="{5B4C206D-A202-FAFA-66CB-1216A86085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BA7C3E-5A83-8763-65A3-096ADFC36AA3}"/>
              </a:ext>
            </a:extLst>
          </p:cNvPr>
          <p:cNvSpPr>
            <a:spLocks noGrp="1"/>
          </p:cNvSpPr>
          <p:nvPr>
            <p:ph type="sldNum" sz="quarter" idx="12"/>
          </p:nvPr>
        </p:nvSpPr>
        <p:spPr/>
        <p:txBody>
          <a:bodyPr/>
          <a:lstStyle/>
          <a:p>
            <a:fld id="{B852C27B-D8EA-4DDB-B26F-8CB7EC1F7052}" type="slidenum">
              <a:rPr lang="en-IN" smtClean="0"/>
              <a:t>‹#›</a:t>
            </a:fld>
            <a:endParaRPr lang="en-IN"/>
          </a:p>
        </p:txBody>
      </p:sp>
    </p:spTree>
    <p:extLst>
      <p:ext uri="{BB962C8B-B14F-4D97-AF65-F5344CB8AC3E}">
        <p14:creationId xmlns:p14="http://schemas.microsoft.com/office/powerpoint/2010/main" val="1032608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3FC143-9F1E-6A39-CFB9-F9F5A4FA946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A926F5-1D0B-714C-7F72-7D12CCF2E8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3F35A0-7D16-E41C-6B77-68233EE599B3}"/>
              </a:ext>
            </a:extLst>
          </p:cNvPr>
          <p:cNvSpPr>
            <a:spLocks noGrp="1"/>
          </p:cNvSpPr>
          <p:nvPr>
            <p:ph type="dt" sz="half" idx="10"/>
          </p:nvPr>
        </p:nvSpPr>
        <p:spPr/>
        <p:txBody>
          <a:bodyPr/>
          <a:lstStyle/>
          <a:p>
            <a:fld id="{4FBD2748-9ABC-4069-970C-C4BAE8C9C30B}" type="datetimeFigureOut">
              <a:rPr lang="en-IN" smtClean="0"/>
              <a:t>30-09-2025</a:t>
            </a:fld>
            <a:endParaRPr lang="en-IN"/>
          </a:p>
        </p:txBody>
      </p:sp>
      <p:sp>
        <p:nvSpPr>
          <p:cNvPr id="5" name="Footer Placeholder 4">
            <a:extLst>
              <a:ext uri="{FF2B5EF4-FFF2-40B4-BE49-F238E27FC236}">
                <a16:creationId xmlns:a16="http://schemas.microsoft.com/office/drawing/2014/main" id="{14169566-A5B0-CC0E-B064-B24E52E15D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F4DCEC-49CA-FD0F-084C-12CD9FC176E4}"/>
              </a:ext>
            </a:extLst>
          </p:cNvPr>
          <p:cNvSpPr>
            <a:spLocks noGrp="1"/>
          </p:cNvSpPr>
          <p:nvPr>
            <p:ph type="sldNum" sz="quarter" idx="12"/>
          </p:nvPr>
        </p:nvSpPr>
        <p:spPr/>
        <p:txBody>
          <a:bodyPr/>
          <a:lstStyle/>
          <a:p>
            <a:fld id="{B852C27B-D8EA-4DDB-B26F-8CB7EC1F7052}" type="slidenum">
              <a:rPr lang="en-IN" smtClean="0"/>
              <a:t>‹#›</a:t>
            </a:fld>
            <a:endParaRPr lang="en-IN"/>
          </a:p>
        </p:txBody>
      </p:sp>
    </p:spTree>
    <p:extLst>
      <p:ext uri="{BB962C8B-B14F-4D97-AF65-F5344CB8AC3E}">
        <p14:creationId xmlns:p14="http://schemas.microsoft.com/office/powerpoint/2010/main" val="2695249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451E35-7C9A-372E-DCBF-1F6F7ABD6F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F0FD91-BFC9-D79C-98B3-AC53D1BE0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CA33F5-3CD4-8953-37AE-7DFD5DC88F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BD2748-9ABC-4069-970C-C4BAE8C9C30B}" type="datetimeFigureOut">
              <a:rPr lang="en-IN" smtClean="0"/>
              <a:t>30-09-2025</a:t>
            </a:fld>
            <a:endParaRPr lang="en-IN"/>
          </a:p>
        </p:txBody>
      </p:sp>
      <p:sp>
        <p:nvSpPr>
          <p:cNvPr id="5" name="Footer Placeholder 4">
            <a:extLst>
              <a:ext uri="{FF2B5EF4-FFF2-40B4-BE49-F238E27FC236}">
                <a16:creationId xmlns:a16="http://schemas.microsoft.com/office/drawing/2014/main" id="{28D300F8-2AC8-3923-E4D4-478C785CF5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26E27C6-1357-6963-7584-EE94BCADE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52C27B-D8EA-4DDB-B26F-8CB7EC1F7052}" type="slidenum">
              <a:rPr lang="en-IN" smtClean="0"/>
              <a:t>‹#›</a:t>
            </a:fld>
            <a:endParaRPr lang="en-IN"/>
          </a:p>
        </p:txBody>
      </p:sp>
    </p:spTree>
    <p:extLst>
      <p:ext uri="{BB962C8B-B14F-4D97-AF65-F5344CB8AC3E}">
        <p14:creationId xmlns:p14="http://schemas.microsoft.com/office/powerpoint/2010/main" val="2995971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C681C32C-7AFC-4BB3-9088-65CBDFC5D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1080016-B69C-5C1F-4948-30C02FA157A9}"/>
              </a:ext>
            </a:extLst>
          </p:cNvPr>
          <p:cNvPicPr>
            <a:picLocks noChangeAspect="1"/>
          </p:cNvPicPr>
          <p:nvPr/>
        </p:nvPicPr>
        <p:blipFill>
          <a:blip r:embed="rId3"/>
          <a:srcRect t="2613"/>
          <a:stretch>
            <a:fillRect/>
          </a:stretch>
        </p:blipFill>
        <p:spPr>
          <a:xfrm>
            <a:off x="7459961" y="72680"/>
            <a:ext cx="4685857" cy="1568456"/>
          </a:xfrm>
          <a:prstGeom prst="rect">
            <a:avLst/>
          </a:prstGeom>
        </p:spPr>
      </p:pic>
      <p:sp>
        <p:nvSpPr>
          <p:cNvPr id="3" name="Subtitle 2">
            <a:extLst>
              <a:ext uri="{FF2B5EF4-FFF2-40B4-BE49-F238E27FC236}">
                <a16:creationId xmlns:a16="http://schemas.microsoft.com/office/drawing/2014/main" id="{A5D8BFA0-4A36-3841-2090-61C53A809AA4}"/>
              </a:ext>
            </a:extLst>
          </p:cNvPr>
          <p:cNvSpPr>
            <a:spLocks noGrp="1"/>
          </p:cNvSpPr>
          <p:nvPr>
            <p:ph type="subTitle" idx="1"/>
          </p:nvPr>
        </p:nvSpPr>
        <p:spPr>
          <a:xfrm>
            <a:off x="521077" y="3710428"/>
            <a:ext cx="7025031" cy="1465973"/>
          </a:xfrm>
        </p:spPr>
        <p:txBody>
          <a:bodyPr vert="horz" lIns="91440" tIns="45720" rIns="91440" bIns="45720" rtlCol="0">
            <a:noAutofit/>
          </a:bodyPr>
          <a:lstStyle/>
          <a:p>
            <a:pPr algn="l"/>
            <a:r>
              <a:rPr lang="en-US" dirty="0">
                <a:latin typeface="Times New Roman" panose="02020603050405020304" pitchFamily="18" charset="0"/>
                <a:cs typeface="Times New Roman" panose="02020603050405020304" pitchFamily="18" charset="0"/>
              </a:rPr>
              <a:t>Dr. Helen Vijitha P</a:t>
            </a:r>
          </a:p>
          <a:p>
            <a:pPr algn="l"/>
            <a:r>
              <a:rPr lang="en-US" dirty="0">
                <a:latin typeface="Times New Roman" panose="02020603050405020304" pitchFamily="18" charset="0"/>
                <a:cs typeface="Times New Roman" panose="02020603050405020304" pitchFamily="18" charset="0"/>
              </a:rPr>
              <a:t>School of Computer Science and Engineering</a:t>
            </a:r>
          </a:p>
          <a:p>
            <a:pPr algn="l"/>
            <a:r>
              <a:rPr lang="en-US" dirty="0">
                <a:latin typeface="Times New Roman" panose="02020603050405020304" pitchFamily="18" charset="0"/>
                <a:cs typeface="Times New Roman" panose="02020603050405020304" pitchFamily="18" charset="0"/>
              </a:rPr>
              <a:t>VIT, Chennai</a:t>
            </a:r>
          </a:p>
        </p:txBody>
      </p:sp>
      <p:sp>
        <p:nvSpPr>
          <p:cNvPr id="37" name="Rectangle 36">
            <a:extLst>
              <a:ext uri="{FF2B5EF4-FFF2-40B4-BE49-F238E27FC236}">
                <a16:creationId xmlns:a16="http://schemas.microsoft.com/office/drawing/2014/main" id="{199C0ED0-69DE-4C31-A5CF-E2A46FD302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D42B8BD-40AF-488E-8A79-D7256C9172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8473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B65F42-173C-6C61-F89A-F7DDA70B68ED}"/>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991EB663-49BC-6051-2779-403798A33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A831BB9-2F5C-9EB3-9C8B-8AA3194E48D7}"/>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37" name="Rectangle 36">
            <a:extLst>
              <a:ext uri="{FF2B5EF4-FFF2-40B4-BE49-F238E27FC236}">
                <a16:creationId xmlns:a16="http://schemas.microsoft.com/office/drawing/2014/main" id="{51E9F754-C68C-B861-BDDD-2AC016CEB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AAF83F7-79BF-00C9-46B2-AB63FE49F0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EF368EF-13CC-8FC0-CBA3-39A8820F9B4A}"/>
              </a:ext>
            </a:extLst>
          </p:cNvPr>
          <p:cNvSpPr txBox="1"/>
          <p:nvPr/>
        </p:nvSpPr>
        <p:spPr>
          <a:xfrm>
            <a:off x="822037" y="902095"/>
            <a:ext cx="10169236" cy="3970318"/>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PPS 6-PROBLEM 1:</a:t>
            </a:r>
          </a:p>
          <a:p>
            <a:pPr algn="just"/>
            <a:endParaRPr lang="en-US"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Let S = {a1, a2, ..., an} be the set of n proposed activities that uses the same resource (say, auditorium), which can serve only one activity at a time. Each activity has a start-time </a:t>
            </a:r>
            <a:r>
              <a:rPr lang="en-US" sz="2400" dirty="0" err="1">
                <a:latin typeface="Times New Roman" panose="02020603050405020304" pitchFamily="18" charset="0"/>
                <a:cs typeface="Times New Roman" panose="02020603050405020304" pitchFamily="18" charset="0"/>
              </a:rPr>
              <a:t>si</a:t>
            </a:r>
            <a:r>
              <a:rPr lang="en-US" sz="2400" dirty="0">
                <a:latin typeface="Times New Roman" panose="02020603050405020304" pitchFamily="18" charset="0"/>
                <a:cs typeface="Times New Roman" panose="02020603050405020304" pitchFamily="18" charset="0"/>
              </a:rPr>
              <a:t> and a finish-time fi , 0 ≤ </a:t>
            </a:r>
            <a:r>
              <a:rPr lang="en-US" sz="2400" dirty="0" err="1">
                <a:latin typeface="Times New Roman" panose="02020603050405020304" pitchFamily="18" charset="0"/>
                <a:cs typeface="Times New Roman" panose="02020603050405020304" pitchFamily="18" charset="0"/>
              </a:rPr>
              <a:t>si</a:t>
            </a:r>
            <a:r>
              <a:rPr lang="en-US" sz="2400" dirty="0">
                <a:latin typeface="Times New Roman" panose="02020603050405020304" pitchFamily="18" charset="0"/>
                <a:cs typeface="Times New Roman" panose="02020603050405020304" pitchFamily="18" charset="0"/>
              </a:rPr>
              <a:t> &lt; ∞. Any two activities ai , </a:t>
            </a:r>
            <a:r>
              <a:rPr lang="en-US" sz="2400" dirty="0" err="1">
                <a:latin typeface="Times New Roman" panose="02020603050405020304" pitchFamily="18" charset="0"/>
                <a:cs typeface="Times New Roman" panose="02020603050405020304" pitchFamily="18" charset="0"/>
              </a:rPr>
              <a:t>aj</a:t>
            </a:r>
            <a:r>
              <a:rPr lang="en-US" sz="2400" dirty="0">
                <a:latin typeface="Times New Roman" panose="02020603050405020304" pitchFamily="18" charset="0"/>
                <a:cs typeface="Times New Roman" panose="02020603050405020304" pitchFamily="18" charset="0"/>
              </a:rPr>
              <a:t> are compatible if </a:t>
            </a:r>
            <a:r>
              <a:rPr lang="en-US" sz="2400" dirty="0" err="1">
                <a:latin typeface="Times New Roman" panose="02020603050405020304" pitchFamily="18" charset="0"/>
                <a:cs typeface="Times New Roman" panose="02020603050405020304" pitchFamily="18" charset="0"/>
              </a:rPr>
              <a:t>si</a:t>
            </a:r>
            <a:r>
              <a:rPr lang="en-US" sz="2400" dirty="0">
                <a:latin typeface="Times New Roman" panose="02020603050405020304" pitchFamily="18" charset="0"/>
                <a:cs typeface="Times New Roman" panose="02020603050405020304" pitchFamily="18" charset="0"/>
              </a:rPr>
              <a:t> ≥ fj or </a:t>
            </a:r>
            <a:r>
              <a:rPr lang="en-US" sz="2400" dirty="0" err="1">
                <a:latin typeface="Times New Roman" panose="02020603050405020304" pitchFamily="18" charset="0"/>
                <a:cs typeface="Times New Roman" panose="02020603050405020304" pitchFamily="18" charset="0"/>
              </a:rPr>
              <a:t>sj</a:t>
            </a:r>
            <a:r>
              <a:rPr lang="en-US" sz="2400" dirty="0">
                <a:latin typeface="Times New Roman" panose="02020603050405020304" pitchFamily="18" charset="0"/>
                <a:cs typeface="Times New Roman" panose="02020603050405020304" pitchFamily="18" charset="0"/>
              </a:rPr>
              <a:t> ≥ fi . The task is to select a maximum-size subset of mutually compatible activities from 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1. Design a greedy algorithm for the activity selection problem by choosing the activity that starts last. </a:t>
            </a:r>
            <a:r>
              <a:rPr lang="en-US" sz="2400" dirty="0" err="1">
                <a:latin typeface="Times New Roman" panose="02020603050405020304" pitchFamily="18" charset="0"/>
                <a:cs typeface="Times New Roman" panose="02020603050405020304" pitchFamily="18" charset="0"/>
              </a:rPr>
              <a:t>Analyse</a:t>
            </a:r>
            <a:r>
              <a:rPr lang="en-US" sz="2400" dirty="0">
                <a:latin typeface="Times New Roman" panose="02020603050405020304" pitchFamily="18" charset="0"/>
                <a:cs typeface="Times New Roman" panose="02020603050405020304" pitchFamily="18" charset="0"/>
              </a:rPr>
              <a:t> the algorithm with the running time and the time complexity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953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763B68-625F-4D8A-5E84-ADB9AC5EA642}"/>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5DA96A2-8662-4A8C-373D-20C5D46E67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FA86FC3-DCA9-9CD5-FA87-C9F70AF75136}"/>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37" name="Rectangle 36">
            <a:extLst>
              <a:ext uri="{FF2B5EF4-FFF2-40B4-BE49-F238E27FC236}">
                <a16:creationId xmlns:a16="http://schemas.microsoft.com/office/drawing/2014/main" id="{CC2B1E10-BB81-4DD9-D193-EC132F6E98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E311304-B8C4-2AE5-B1B1-B36FAFDCF6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DE25826-ED2C-B5A0-BD5D-A3EC0FBFF349}"/>
                  </a:ext>
                </a:extLst>
              </p:cNvPr>
              <p:cNvSpPr txBox="1"/>
              <p:nvPr/>
            </p:nvSpPr>
            <p:spPr>
              <a:xfrm>
                <a:off x="184727" y="72680"/>
                <a:ext cx="11222181" cy="6651821"/>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PPS 6- 1 SOLUTION:</a:t>
                </a:r>
              </a:p>
              <a:p>
                <a:pPr algn="just"/>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ILLUSTRATION</a:t>
                </a:r>
              </a:p>
              <a:p>
                <a:r>
                  <a:rPr lang="en-IN" sz="2000" dirty="0">
                    <a:latin typeface="Times New Roman" panose="02020603050405020304" pitchFamily="18" charset="0"/>
                    <a:cs typeface="Times New Roman" panose="02020603050405020304" pitchFamily="18" charset="0"/>
                  </a:rPr>
                  <a:t>We have two activities:</a:t>
                </a:r>
              </a:p>
              <a:p>
                <a:endParaRPr lang="en-IN" sz="2000"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𝑎</m:t>
                        </m:r>
                      </m:e>
                      <m:sub>
                        <m:r>
                          <a:rPr lang="ar-AE" sz="2000" i="1">
                            <a:latin typeface="Cambria Math" panose="02040503050406030204" pitchFamily="18" charset="0"/>
                          </a:rPr>
                          <m:t>𝑖</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i="1">
                                <a:latin typeface="Cambria Math" panose="02040503050406030204" pitchFamily="18" charset="0"/>
                              </a:rPr>
                              <m:t>𝑖</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e>
                    </m:d>
                  </m:oMath>
                </a14:m>
                <a:r>
                  <a:rPr lang="en-IN" sz="2000" dirty="0">
                    <a:latin typeface="Times New Roman" panose="02020603050405020304" pitchFamily="18" charset="0"/>
                    <a:cs typeface="Times New Roman" panose="02020603050405020304" pitchFamily="18" charset="0"/>
                  </a:rPr>
                  <a:t>with </a:t>
                </a:r>
                <a:r>
                  <a:rPr lang="en-IN" sz="2000" b="1" dirty="0">
                    <a:latin typeface="Times New Roman" panose="02020603050405020304" pitchFamily="18" charset="0"/>
                    <a:cs typeface="Times New Roman" panose="02020603050405020304" pitchFamily="18" charset="0"/>
                  </a:rPr>
                  <a:t>start time</a:t>
                </a:r>
                <a:r>
                  <a:rPr lang="en-IN"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i="1">
                            <a:latin typeface="Cambria Math" panose="02040503050406030204" pitchFamily="18" charset="0"/>
                          </a:rPr>
                          <m:t>𝑖</m:t>
                        </m:r>
                      </m:sub>
                    </m:sSub>
                  </m:oMath>
                </a14:m>
                <a:r>
                  <a:rPr lang="en-IN" sz="2000" dirty="0">
                    <a:latin typeface="Times New Roman" panose="02020603050405020304" pitchFamily="18" charset="0"/>
                    <a:cs typeface="Times New Roman" panose="02020603050405020304" pitchFamily="18" charset="0"/>
                  </a:rPr>
                  <a:t>and </a:t>
                </a:r>
                <a:r>
                  <a:rPr lang="en-IN" sz="2000" b="1" dirty="0">
                    <a:latin typeface="Times New Roman" panose="02020603050405020304" pitchFamily="18" charset="0"/>
                    <a:cs typeface="Times New Roman" panose="02020603050405020304" pitchFamily="18" charset="0"/>
                  </a:rPr>
                  <a:t>finish time</a:t>
                </a:r>
                <a:r>
                  <a:rPr lang="en-IN"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oMath>
                </a14:m>
                <a:r>
                  <a:rPr lang="ar-AE" sz="2000" dirty="0">
                    <a:latin typeface="Times New Roman" panose="02020603050405020304" pitchFamily="18" charset="0"/>
                    <a:cs typeface="Times New Roman" panose="02020603050405020304" pitchFamily="18" charset="0"/>
                  </a:rPr>
                  <a:t>.</a:t>
                </a:r>
              </a:p>
              <a:p>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𝑎</m:t>
                        </m:r>
                      </m:e>
                      <m:sub>
                        <m:r>
                          <a:rPr lang="ar-AE" sz="2000" i="1">
                            <a:latin typeface="Cambria Math" panose="02040503050406030204" pitchFamily="18" charset="0"/>
                          </a:rPr>
                          <m:t>𝑗</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i="1">
                                <a:latin typeface="Cambria Math" panose="02040503050406030204" pitchFamily="18" charset="0"/>
                              </a:rPr>
                              <m:t>𝑗</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𝑗</m:t>
                            </m:r>
                          </m:sub>
                        </m:sSub>
                      </m:e>
                    </m:d>
                  </m:oMath>
                </a14:m>
                <a:r>
                  <a:rPr lang="en-IN" sz="2000" dirty="0">
                    <a:latin typeface="Times New Roman" panose="02020603050405020304" pitchFamily="18" charset="0"/>
                    <a:cs typeface="Times New Roman" panose="02020603050405020304" pitchFamily="18" charset="0"/>
                  </a:rPr>
                  <a:t>with </a:t>
                </a:r>
                <a:r>
                  <a:rPr lang="en-IN" sz="2000" b="1" dirty="0">
                    <a:latin typeface="Times New Roman" panose="02020603050405020304" pitchFamily="18" charset="0"/>
                    <a:cs typeface="Times New Roman" panose="02020603050405020304" pitchFamily="18" charset="0"/>
                  </a:rPr>
                  <a:t>start time</a:t>
                </a:r>
                <a:r>
                  <a:rPr lang="en-IN"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i="1">
                            <a:latin typeface="Cambria Math" panose="02040503050406030204" pitchFamily="18" charset="0"/>
                          </a:rPr>
                          <m:t>𝑗</m:t>
                        </m:r>
                      </m:sub>
                    </m:sSub>
                  </m:oMath>
                </a14:m>
                <a:r>
                  <a:rPr lang="en-IN" sz="2000" dirty="0">
                    <a:latin typeface="Times New Roman" panose="02020603050405020304" pitchFamily="18" charset="0"/>
                    <a:cs typeface="Times New Roman" panose="02020603050405020304" pitchFamily="18" charset="0"/>
                  </a:rPr>
                  <a:t>and </a:t>
                </a:r>
                <a:r>
                  <a:rPr lang="en-IN" sz="2000" b="1" dirty="0">
                    <a:latin typeface="Times New Roman" panose="02020603050405020304" pitchFamily="18" charset="0"/>
                    <a:cs typeface="Times New Roman" panose="02020603050405020304" pitchFamily="18" charset="0"/>
                  </a:rPr>
                  <a:t>finish time</a:t>
                </a:r>
                <a:r>
                  <a:rPr lang="en-IN"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𝑗</m:t>
                        </m:r>
                      </m:sub>
                    </m:sSub>
                  </m:oMath>
                </a14:m>
                <a:r>
                  <a:rPr lang="ar-AE"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They are </a:t>
                </a:r>
                <a:r>
                  <a:rPr lang="en-IN" sz="2000" b="1" dirty="0">
                    <a:latin typeface="Times New Roman" panose="02020603050405020304" pitchFamily="18" charset="0"/>
                    <a:cs typeface="Times New Roman" panose="02020603050405020304" pitchFamily="18" charset="0"/>
                  </a:rPr>
                  <a:t>compatible</a:t>
                </a:r>
                <a:r>
                  <a:rPr lang="en-IN" sz="2000" dirty="0">
                    <a:latin typeface="Times New Roman" panose="02020603050405020304" pitchFamily="18" charset="0"/>
                    <a:cs typeface="Times New Roman" panose="02020603050405020304" pitchFamily="18" charset="0"/>
                  </a:rPr>
                  <a:t> (i.e., can both be scheduled without overlap) if: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i="1">
                            <a:latin typeface="Cambria Math" panose="02040503050406030204" pitchFamily="18" charset="0"/>
                          </a:rPr>
                          <m:t>𝑖</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𝑗</m:t>
                        </m:r>
                      </m:sub>
                    </m:sSub>
                    <m:r>
                      <a:rPr lang="ar-AE" sz="2000">
                        <a:latin typeface="Cambria Math" panose="02040503050406030204" pitchFamily="18" charset="0"/>
                      </a:rPr>
                      <m:t> </m:t>
                    </m:r>
                    <m:r>
                      <m:rPr>
                        <m:nor/>
                      </m:rPr>
                      <a:rPr lang="en-IN" sz="2000" i="1">
                        <a:latin typeface="Times New Roman" panose="02020603050405020304" pitchFamily="18" charset="0"/>
                        <a:cs typeface="Times New Roman" panose="02020603050405020304" pitchFamily="18" charset="0"/>
                      </a:rPr>
                      <m:t>or</m:t>
                    </m:r>
                    <m:r>
                      <a:rPr lang="en-IN" sz="2000">
                        <a:latin typeface="Cambria Math" panose="02040503050406030204" pitchFamily="18" charset="0"/>
                      </a:rPr>
                      <m:t> </m:t>
                    </m:r>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i="1">
                            <a:latin typeface="Cambria Math" panose="02040503050406030204" pitchFamily="18" charset="0"/>
                          </a:rPr>
                          <m:t>𝑗</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r>
                      <a:rPr lang="en-IN" sz="2000" b="0" i="0" smtClean="0">
                        <a:latin typeface="Cambria Math" panose="02040503050406030204" pitchFamily="18" charset="0"/>
                      </a:rPr>
                      <m:t> </m:t>
                    </m:r>
                  </m:oMath>
                </a14:m>
                <a:endParaRPr lang="en-IN" sz="2000" b="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si</a:t>
                </a:r>
                <a:r>
                  <a:rPr lang="en-IN" sz="2000" dirty="0">
                    <a:latin typeface="Times New Roman" panose="02020603050405020304" pitchFamily="18" charset="0"/>
                    <a:cs typeface="Times New Roman" panose="02020603050405020304" pitchFamily="18" charset="0"/>
                  </a:rPr>
                  <a:t>​≥fj​:</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Activity </a:t>
                </a:r>
                <a14:m>
                  <m:oMath xmlns:m="http://schemas.openxmlformats.org/officeDocument/2006/math">
                    <m:r>
                      <a:rPr lang="en-IN" sz="2000" i="1">
                        <a:latin typeface="Cambria Math" panose="02040503050406030204" pitchFamily="18" charset="0"/>
                      </a:rPr>
                      <m:t>𝑖</m:t>
                    </m:r>
                  </m:oMath>
                </a14:m>
                <a:r>
                  <a:rPr lang="en-IN" sz="2000" dirty="0">
                    <a:latin typeface="Times New Roman" panose="02020603050405020304" pitchFamily="18" charset="0"/>
                    <a:cs typeface="Times New Roman" panose="02020603050405020304" pitchFamily="18" charset="0"/>
                  </a:rPr>
                  <a:t>starts </a:t>
                </a:r>
                <a:r>
                  <a:rPr lang="en-IN" sz="2000" b="1" dirty="0">
                    <a:latin typeface="Times New Roman" panose="02020603050405020304" pitchFamily="18" charset="0"/>
                    <a:cs typeface="Times New Roman" panose="02020603050405020304" pitchFamily="18" charset="0"/>
                  </a:rPr>
                  <a:t>after or at the same time as</a:t>
                </a:r>
                <a:r>
                  <a:rPr lang="en-IN" sz="2000" dirty="0">
                    <a:latin typeface="Times New Roman" panose="02020603050405020304" pitchFamily="18" charset="0"/>
                    <a:cs typeface="Times New Roman" panose="02020603050405020304" pitchFamily="18" charset="0"/>
                  </a:rPr>
                  <a:t> activity </a:t>
                </a:r>
                <a14:m>
                  <m:oMath xmlns:m="http://schemas.openxmlformats.org/officeDocument/2006/math">
                    <m:r>
                      <a:rPr lang="en-IN" sz="2000" i="1">
                        <a:latin typeface="Cambria Math" panose="02040503050406030204" pitchFamily="18" charset="0"/>
                      </a:rPr>
                      <m:t>𝑗</m:t>
                    </m:r>
                  </m:oMath>
                </a14:m>
                <a:r>
                  <a:rPr lang="en-IN" sz="2000" dirty="0">
                    <a:latin typeface="Times New Roman" panose="02020603050405020304" pitchFamily="18" charset="0"/>
                    <a:cs typeface="Times New Roman" panose="02020603050405020304" pitchFamily="18" charset="0"/>
                  </a:rPr>
                  <a:t>finishes. That means </a:t>
                </a:r>
                <a14:m>
                  <m:oMath xmlns:m="http://schemas.openxmlformats.org/officeDocument/2006/math">
                    <m:r>
                      <a:rPr lang="en-IN" sz="2000" i="1">
                        <a:latin typeface="Cambria Math" panose="02040503050406030204" pitchFamily="18" charset="0"/>
                      </a:rPr>
                      <m:t>𝑖</m:t>
                    </m:r>
                  </m:oMath>
                </a14:m>
                <a:r>
                  <a:rPr lang="en-IN" sz="2000" dirty="0">
                    <a:latin typeface="Times New Roman" panose="02020603050405020304" pitchFamily="18" charset="0"/>
                    <a:cs typeface="Times New Roman" panose="02020603050405020304" pitchFamily="18" charset="0"/>
                  </a:rPr>
                  <a:t>comes completely </a:t>
                </a:r>
                <a:r>
                  <a:rPr lang="en-IN" sz="2000" b="1" dirty="0">
                    <a:latin typeface="Times New Roman" panose="02020603050405020304" pitchFamily="18" charset="0"/>
                    <a:cs typeface="Times New Roman" panose="02020603050405020304" pitchFamily="18" charset="0"/>
                  </a:rPr>
                  <a:t>after</a:t>
                </a:r>
                <a:r>
                  <a:rPr lang="en-IN" sz="2000" dirty="0">
                    <a:latin typeface="Times New Roman" panose="02020603050405020304" pitchFamily="18" charset="0"/>
                    <a:cs typeface="Times New Roman" panose="02020603050405020304" pitchFamily="18" charset="0"/>
                  </a:rPr>
                  <a:t> </a:t>
                </a:r>
                <a14:m>
                  <m:oMath xmlns:m="http://schemas.openxmlformats.org/officeDocument/2006/math">
                    <m:r>
                      <a:rPr lang="en-IN" sz="2000" i="1">
                        <a:latin typeface="Cambria Math" panose="02040503050406030204" pitchFamily="18" charset="0"/>
                      </a:rPr>
                      <m:t>𝑗</m:t>
                    </m:r>
                  </m:oMath>
                </a14:m>
                <a:r>
                  <a:rPr lang="en-IN" sz="2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i="1">
                            <a:latin typeface="Cambria Math" panose="02040503050406030204" pitchFamily="18" charset="0"/>
                          </a:rPr>
                          <m:t>𝑗</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oMath>
                </a14:m>
                <a:r>
                  <a:rPr lang="ar-AE" sz="2000" dirty="0">
                    <a:latin typeface="Times New Roman" panose="02020603050405020304" pitchFamily="18" charset="0"/>
                    <a:cs typeface="Times New Roman" panose="02020603050405020304" pitchFamily="18" charset="0"/>
                  </a:rPr>
                  <a:t>:</a:t>
                </a:r>
                <a:br>
                  <a:rPr lang="ar-AE"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Activity </a:t>
                </a:r>
                <a14:m>
                  <m:oMath xmlns:m="http://schemas.openxmlformats.org/officeDocument/2006/math">
                    <m:r>
                      <a:rPr lang="en-IN" sz="2000" i="1">
                        <a:latin typeface="Cambria Math" panose="02040503050406030204" pitchFamily="18" charset="0"/>
                      </a:rPr>
                      <m:t>𝑗</m:t>
                    </m:r>
                  </m:oMath>
                </a14:m>
                <a:r>
                  <a:rPr lang="en-IN" sz="2000" dirty="0">
                    <a:latin typeface="Times New Roman" panose="02020603050405020304" pitchFamily="18" charset="0"/>
                    <a:cs typeface="Times New Roman" panose="02020603050405020304" pitchFamily="18" charset="0"/>
                  </a:rPr>
                  <a:t>starts </a:t>
                </a:r>
                <a:r>
                  <a:rPr lang="en-IN" sz="2000" b="1" dirty="0">
                    <a:latin typeface="Times New Roman" panose="02020603050405020304" pitchFamily="18" charset="0"/>
                    <a:cs typeface="Times New Roman" panose="02020603050405020304" pitchFamily="18" charset="0"/>
                  </a:rPr>
                  <a:t>after or at the same time as</a:t>
                </a:r>
                <a:r>
                  <a:rPr lang="en-IN" sz="2000" dirty="0">
                    <a:latin typeface="Times New Roman" panose="02020603050405020304" pitchFamily="18" charset="0"/>
                    <a:cs typeface="Times New Roman" panose="02020603050405020304" pitchFamily="18" charset="0"/>
                  </a:rPr>
                  <a:t> activity </a:t>
                </a:r>
                <a14:m>
                  <m:oMath xmlns:m="http://schemas.openxmlformats.org/officeDocument/2006/math">
                    <m:r>
                      <a:rPr lang="en-IN" sz="2000" i="1">
                        <a:latin typeface="Cambria Math" panose="02040503050406030204" pitchFamily="18" charset="0"/>
                      </a:rPr>
                      <m:t>𝑖</m:t>
                    </m:r>
                  </m:oMath>
                </a14:m>
                <a:r>
                  <a:rPr lang="en-IN" sz="2000" dirty="0">
                    <a:latin typeface="Times New Roman" panose="02020603050405020304" pitchFamily="18" charset="0"/>
                    <a:cs typeface="Times New Roman" panose="02020603050405020304" pitchFamily="18" charset="0"/>
                  </a:rPr>
                  <a:t>finishes. That means </a:t>
                </a:r>
                <a14:m>
                  <m:oMath xmlns:m="http://schemas.openxmlformats.org/officeDocument/2006/math">
                    <m:r>
                      <a:rPr lang="en-IN" sz="2000" i="1">
                        <a:latin typeface="Cambria Math" panose="02040503050406030204" pitchFamily="18" charset="0"/>
                      </a:rPr>
                      <m:t>𝑗</m:t>
                    </m:r>
                  </m:oMath>
                </a14:m>
                <a:r>
                  <a:rPr lang="en-IN" sz="2000" dirty="0">
                    <a:latin typeface="Times New Roman" panose="02020603050405020304" pitchFamily="18" charset="0"/>
                    <a:cs typeface="Times New Roman" panose="02020603050405020304" pitchFamily="18" charset="0"/>
                  </a:rPr>
                  <a:t>comes completely </a:t>
                </a:r>
                <a:r>
                  <a:rPr lang="en-IN" sz="2000" b="1" dirty="0">
                    <a:latin typeface="Times New Roman" panose="02020603050405020304" pitchFamily="18" charset="0"/>
                    <a:cs typeface="Times New Roman" panose="02020603050405020304" pitchFamily="18" charset="0"/>
                  </a:rPr>
                  <a:t>after</a:t>
                </a:r>
                <a:r>
                  <a:rPr lang="en-IN" sz="2000" dirty="0">
                    <a:latin typeface="Times New Roman" panose="02020603050405020304" pitchFamily="18" charset="0"/>
                    <a:cs typeface="Times New Roman" panose="02020603050405020304" pitchFamily="18" charset="0"/>
                  </a:rPr>
                  <a:t> </a:t>
                </a:r>
                <a14:m>
                  <m:oMath xmlns:m="http://schemas.openxmlformats.org/officeDocument/2006/math">
                    <m:r>
                      <a:rPr lang="en-IN" sz="2000" i="1">
                        <a:latin typeface="Cambria Math" panose="02040503050406030204" pitchFamily="18" charset="0"/>
                      </a:rPr>
                      <m:t>𝑖</m:t>
                    </m:r>
                  </m:oMath>
                </a14:m>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If </a:t>
                </a:r>
                <a:r>
                  <a:rPr lang="en-IN" sz="2000" b="1" dirty="0">
                    <a:latin typeface="Times New Roman" panose="02020603050405020304" pitchFamily="18" charset="0"/>
                    <a:cs typeface="Times New Roman" panose="02020603050405020304" pitchFamily="18" charset="0"/>
                  </a:rPr>
                  <a:t>either</a:t>
                </a:r>
                <a:r>
                  <a:rPr lang="en-IN" sz="2000" dirty="0">
                    <a:latin typeface="Times New Roman" panose="02020603050405020304" pitchFamily="18" charset="0"/>
                    <a:cs typeface="Times New Roman" panose="02020603050405020304" pitchFamily="18" charset="0"/>
                  </a:rPr>
                  <a:t> of these is true, then the two activities </a:t>
                </a:r>
                <a:r>
                  <a:rPr lang="en-IN" sz="2000" b="1" dirty="0">
                    <a:latin typeface="Times New Roman" panose="02020603050405020304" pitchFamily="18" charset="0"/>
                    <a:cs typeface="Times New Roman" panose="02020603050405020304" pitchFamily="18" charset="0"/>
                  </a:rPr>
                  <a:t>do not overlap</a:t>
                </a:r>
                <a:r>
                  <a:rPr lang="en-IN" sz="2000" dirty="0">
                    <a:latin typeface="Times New Roman" panose="02020603050405020304" pitchFamily="18" charset="0"/>
                    <a:cs typeface="Times New Roman" panose="02020603050405020304" pitchFamily="18" charset="0"/>
                  </a:rPr>
                  <a:t> in time → they are </a:t>
                </a:r>
                <a:r>
                  <a:rPr lang="en-IN" sz="2000" b="1" dirty="0">
                    <a:latin typeface="Times New Roman" panose="02020603050405020304" pitchFamily="18" charset="0"/>
                    <a:cs typeface="Times New Roman" panose="02020603050405020304" pitchFamily="18" charset="0"/>
                  </a:rPr>
                  <a:t>compatible</a:t>
                </a:r>
                <a:r>
                  <a:rPr lang="en-IN" sz="2000" dirty="0">
                    <a:latin typeface="Times New Roman" panose="02020603050405020304" pitchFamily="18" charset="0"/>
                    <a:cs typeface="Times New Roman" panose="02020603050405020304" pitchFamily="18" charset="0"/>
                  </a:rPr>
                  <a:t>.</a:t>
                </a:r>
              </a:p>
              <a:p>
                <a:r>
                  <a:rPr lang="en-IN" sz="2000" b="1" dirty="0">
                    <a:latin typeface="Times New Roman" panose="02020603050405020304" pitchFamily="18" charset="0"/>
                    <a:cs typeface="Times New Roman" panose="02020603050405020304" pitchFamily="18" charset="0"/>
                  </a:rPr>
                  <a:t>Example:</a:t>
                </a:r>
              </a:p>
              <a:p>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𝑎</m:t>
                        </m:r>
                      </m:e>
                      <m:sub>
                        <m:r>
                          <a:rPr lang="ar-AE" sz="2000">
                            <a:latin typeface="Cambria Math" panose="02040503050406030204" pitchFamily="18" charset="0"/>
                          </a:rPr>
                          <m:t>1</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1</m:t>
                        </m:r>
                      </m:e>
                      <m:e>
                        <m:r>
                          <a:rPr lang="ar-AE" sz="2000">
                            <a:latin typeface="Cambria Math" panose="02040503050406030204" pitchFamily="18" charset="0"/>
                          </a:rPr>
                          <m:t>4</m:t>
                        </m:r>
                      </m:e>
                    </m:d>
                  </m:oMath>
                </a14:m>
                <a:r>
                  <a:rPr lang="ar-AE"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𝑎</m:t>
                        </m:r>
                      </m:e>
                      <m:sub>
                        <m:r>
                          <a:rPr lang="ar-AE" sz="2000">
                            <a:latin typeface="Cambria Math" panose="02040503050406030204" pitchFamily="18" charset="0"/>
                          </a:rPr>
                          <m:t>2</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4</m:t>
                        </m:r>
                      </m:e>
                      <m:e>
                        <m:r>
                          <a:rPr lang="ar-AE" sz="2000">
                            <a:latin typeface="Cambria Math" panose="02040503050406030204" pitchFamily="18" charset="0"/>
                          </a:rPr>
                          <m:t>6</m:t>
                        </m:r>
                      </m:e>
                    </m:d>
                  </m:oMath>
                </a14:m>
                <a:endParaRPr lang="ar-AE" sz="2000" dirty="0">
                  <a:latin typeface="Times New Roman" panose="02020603050405020304" pitchFamily="18" charset="0"/>
                  <a:cs typeface="Times New Roman" panose="02020603050405020304" pitchFamily="18" charset="0"/>
                </a:endParaRPr>
              </a:p>
              <a:p>
                <a:pPr lvl="1"/>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a:latin typeface="Cambria Math" panose="02040503050406030204" pitchFamily="18" charset="0"/>
                          </a:rPr>
                          <m:t>2</m:t>
                        </m:r>
                      </m:sub>
                    </m:sSub>
                    <m:r>
                      <a:rPr lang="ar-AE" sz="2000">
                        <a:latin typeface="Cambria Math" panose="02040503050406030204" pitchFamily="18" charset="0"/>
                      </a:rPr>
                      <m:t>=</m:t>
                    </m:r>
                    <m:r>
                      <a:rPr lang="ar-AE" sz="2000">
                        <a:latin typeface="Cambria Math" panose="02040503050406030204" pitchFamily="18" charset="0"/>
                      </a:rPr>
                      <m:t>4</m:t>
                    </m:r>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a:latin typeface="Cambria Math" panose="02040503050406030204" pitchFamily="18" charset="0"/>
                          </a:rPr>
                          <m:t>1</m:t>
                        </m:r>
                      </m:sub>
                    </m:sSub>
                    <m:r>
                      <a:rPr lang="ar-AE" sz="2000">
                        <a:latin typeface="Cambria Math" panose="02040503050406030204" pitchFamily="18" charset="0"/>
                      </a:rPr>
                      <m:t>=</m:t>
                    </m:r>
                    <m:r>
                      <a:rPr lang="ar-AE" sz="2000">
                        <a:latin typeface="Cambria Math" panose="02040503050406030204" pitchFamily="18" charset="0"/>
                      </a:rPr>
                      <m:t>4</m:t>
                    </m:r>
                    <m:r>
                      <a:rPr lang="en-IN" sz="2000" b="0" i="0" smtClean="0">
                        <a:latin typeface="Cambria Math" panose="02040503050406030204" pitchFamily="18" charset="0"/>
                      </a:rPr>
                      <m:t>  </m:t>
                    </m:r>
                  </m:oMath>
                </a14:m>
                <a:r>
                  <a:rPr lang="en-IN" sz="2000" dirty="0">
                    <a:latin typeface="Times New Roman" panose="02020603050405020304" pitchFamily="18" charset="0"/>
                    <a:cs typeface="Times New Roman" panose="02020603050405020304" pitchFamily="18" charset="0"/>
                  </a:rPr>
                  <a:t>→ compatible.</a:t>
                </a:r>
              </a:p>
              <a:p>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𝑎</m:t>
                        </m:r>
                      </m:e>
                      <m:sub>
                        <m:r>
                          <a:rPr lang="ar-AE" sz="2000">
                            <a:latin typeface="Cambria Math" panose="02040503050406030204" pitchFamily="18" charset="0"/>
                          </a:rPr>
                          <m:t>1</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1</m:t>
                        </m:r>
                      </m:e>
                      <m:e>
                        <m:r>
                          <a:rPr lang="ar-AE" sz="2000">
                            <a:latin typeface="Cambria Math" panose="02040503050406030204" pitchFamily="18" charset="0"/>
                          </a:rPr>
                          <m:t>5</m:t>
                        </m:r>
                      </m:e>
                    </m:d>
                  </m:oMath>
                </a14:m>
                <a:r>
                  <a:rPr lang="ar-AE"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𝑎</m:t>
                        </m:r>
                      </m:e>
                      <m:sub>
                        <m:r>
                          <a:rPr lang="ar-AE" sz="2000">
                            <a:latin typeface="Cambria Math" panose="02040503050406030204" pitchFamily="18" charset="0"/>
                          </a:rPr>
                          <m:t>2</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3</m:t>
                        </m:r>
                      </m:e>
                      <m:e>
                        <m:r>
                          <a:rPr lang="ar-AE" sz="2000">
                            <a:latin typeface="Cambria Math" panose="02040503050406030204" pitchFamily="18" charset="0"/>
                          </a:rPr>
                          <m:t>7</m:t>
                        </m:r>
                      </m:e>
                    </m:d>
                  </m:oMath>
                </a14:m>
                <a:endParaRPr lang="ar-AE" sz="2000" dirty="0">
                  <a:latin typeface="Times New Roman" panose="02020603050405020304" pitchFamily="18" charset="0"/>
                  <a:cs typeface="Times New Roman" panose="02020603050405020304" pitchFamily="18" charset="0"/>
                </a:endParaRPr>
              </a:p>
              <a:p>
                <a:pPr lvl="1"/>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a:latin typeface="Cambria Math" panose="02040503050406030204" pitchFamily="18" charset="0"/>
                          </a:rPr>
                          <m:t>1</m:t>
                        </m:r>
                      </m:sub>
                    </m:sSub>
                    <m:r>
                      <a:rPr lang="ar-AE" sz="2000">
                        <a:latin typeface="Cambria Math" panose="02040503050406030204" pitchFamily="18" charset="0"/>
                      </a:rPr>
                      <m:t>=</m:t>
                    </m:r>
                    <m:r>
                      <a:rPr lang="ar-AE" sz="2000">
                        <a:latin typeface="Cambria Math" panose="02040503050406030204" pitchFamily="18" charset="0"/>
                      </a:rPr>
                      <m:t>1</m:t>
                    </m:r>
                    <m:r>
                      <a:rPr lang="ar-AE" sz="2000">
                        <a:latin typeface="Cambria Math" panose="02040503050406030204" pitchFamily="18" charset="0"/>
                      </a:rPr>
                      <m:t>&lt;</m:t>
                    </m:r>
                    <m:r>
                      <a:rPr lang="ar-AE" sz="2000">
                        <a:latin typeface="Cambria Math" panose="02040503050406030204" pitchFamily="18" charset="0"/>
                      </a:rPr>
                      <m:t>7</m:t>
                    </m:r>
                  </m:oMath>
                </a14:m>
                <a:r>
                  <a:rPr lang="ar-AE"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but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a:latin typeface="Cambria Math" panose="02040503050406030204" pitchFamily="18" charset="0"/>
                          </a:rPr>
                          <m:t>2</m:t>
                        </m:r>
                      </m:sub>
                    </m:sSub>
                    <m:r>
                      <a:rPr lang="ar-AE" sz="2000">
                        <a:latin typeface="Cambria Math" panose="02040503050406030204" pitchFamily="18" charset="0"/>
                      </a:rPr>
                      <m:t>=</m:t>
                    </m:r>
                    <m:r>
                      <a:rPr lang="ar-AE" sz="2000">
                        <a:latin typeface="Cambria Math" panose="02040503050406030204" pitchFamily="18" charset="0"/>
                      </a:rPr>
                      <m:t>3</m:t>
                    </m:r>
                    <m:r>
                      <a:rPr lang="ar-AE" sz="2000">
                        <a:latin typeface="Cambria Math" panose="02040503050406030204" pitchFamily="18" charset="0"/>
                      </a:rPr>
                      <m:t>&lt;</m:t>
                    </m:r>
                    <m:r>
                      <a:rPr lang="ar-AE" sz="2000">
                        <a:latin typeface="Cambria Math" panose="02040503050406030204" pitchFamily="18" charset="0"/>
                      </a:rPr>
                      <m:t>5</m:t>
                    </m:r>
                  </m:oMath>
                </a14:m>
                <a:r>
                  <a:rPr lang="ar-AE" sz="2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Neither condition holds → they </a:t>
                </a:r>
                <a:r>
                  <a:rPr lang="en-IN" sz="2000" b="1" dirty="0">
                    <a:latin typeface="Times New Roman" panose="02020603050405020304" pitchFamily="18" charset="0"/>
                    <a:cs typeface="Times New Roman" panose="02020603050405020304" pitchFamily="18" charset="0"/>
                  </a:rPr>
                  <a:t>overlap</a:t>
                </a:r>
                <a:r>
                  <a:rPr lang="en-IN" sz="2000" dirty="0">
                    <a:latin typeface="Times New Roman" panose="02020603050405020304" pitchFamily="18" charset="0"/>
                    <a:cs typeface="Times New Roman" panose="02020603050405020304" pitchFamily="18" charset="0"/>
                  </a:rPr>
                  <a:t> → not compatible.</a:t>
                </a:r>
              </a:p>
              <a:p>
                <a:endParaRPr lang="en-IN" sz="2000" dirty="0">
                  <a:latin typeface="Times New Roman" panose="02020603050405020304" pitchFamily="18" charset="0"/>
                  <a:cs typeface="Times New Roman" panose="02020603050405020304" pitchFamily="18" charset="0"/>
                </a:endParaRPr>
              </a:p>
              <a:p>
                <a:endParaRPr lang="ar-AE" sz="2000" b="0"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1DE25826-ED2C-B5A0-BD5D-A3EC0FBFF349}"/>
                  </a:ext>
                </a:extLst>
              </p:cNvPr>
              <p:cNvSpPr txBox="1">
                <a:spLocks noRot="1" noChangeAspect="1" noMove="1" noResize="1" noEditPoints="1" noAdjustHandles="1" noChangeArrowheads="1" noChangeShapeType="1" noTextEdit="1"/>
              </p:cNvSpPr>
              <p:nvPr/>
            </p:nvSpPr>
            <p:spPr>
              <a:xfrm>
                <a:off x="184727" y="72680"/>
                <a:ext cx="11222181" cy="6651821"/>
              </a:xfrm>
              <a:prstGeom prst="rect">
                <a:avLst/>
              </a:prstGeom>
              <a:blipFill>
                <a:blip r:embed="rId4"/>
                <a:stretch>
                  <a:fillRect l="-543" t="-550"/>
                </a:stretch>
              </a:blipFill>
            </p:spPr>
            <p:txBody>
              <a:bodyPr/>
              <a:lstStyle/>
              <a:p>
                <a:r>
                  <a:rPr lang="en-IN">
                    <a:noFill/>
                  </a:rPr>
                  <a:t> </a:t>
                </a:r>
              </a:p>
            </p:txBody>
          </p:sp>
        </mc:Fallback>
      </mc:AlternateContent>
    </p:spTree>
    <p:extLst>
      <p:ext uri="{BB962C8B-B14F-4D97-AF65-F5344CB8AC3E}">
        <p14:creationId xmlns:p14="http://schemas.microsoft.com/office/powerpoint/2010/main" val="3112917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ABCE7B-A928-CA09-0194-6C2DCFFC5798}"/>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F1EA137D-3D22-3143-BA1B-CA671A1C32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0217F2B-17D8-BBA8-696D-7C0B7BD43555}"/>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37" name="Rectangle 36">
            <a:extLst>
              <a:ext uri="{FF2B5EF4-FFF2-40B4-BE49-F238E27FC236}">
                <a16:creationId xmlns:a16="http://schemas.microsoft.com/office/drawing/2014/main" id="{7F8DE581-4744-788A-B718-C282BE722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37B7258-6A71-9FE4-7932-9EDEE8793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1B8B734-6C98-EA9B-20A8-852FF91EB4B8}"/>
                  </a:ext>
                </a:extLst>
              </p:cNvPr>
              <p:cNvSpPr txBox="1"/>
              <p:nvPr/>
            </p:nvSpPr>
            <p:spPr>
              <a:xfrm>
                <a:off x="720436" y="738909"/>
                <a:ext cx="10169236" cy="4708981"/>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PPS 6- 1 SOLUTION:</a:t>
                </a:r>
              </a:p>
              <a:p>
                <a:pPr algn="just"/>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Algorithm </a:t>
                </a:r>
              </a:p>
              <a:p>
                <a:endParaRPr lang="en-IN"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Sort the activities in </a:t>
                </a:r>
                <a:r>
                  <a:rPr lang="en-IN" sz="2000" b="1" dirty="0">
                    <a:latin typeface="Times New Roman" panose="02020603050405020304" pitchFamily="18" charset="0"/>
                    <a:cs typeface="Times New Roman" panose="02020603050405020304" pitchFamily="18" charset="0"/>
                  </a:rPr>
                  <a:t>non-increasing order of start-time</a:t>
                </a:r>
                <a:r>
                  <a:rPr lang="en-IN"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a:latin typeface="Cambria Math" panose="02040503050406030204" pitchFamily="18" charset="0"/>
                          </a:rPr>
                          <m:t>1</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a:latin typeface="Cambria Math" panose="02040503050406030204" pitchFamily="18" charset="0"/>
                          </a:rPr>
                          <m:t>2</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i="1">
                            <a:latin typeface="Cambria Math" panose="02040503050406030204" pitchFamily="18" charset="0"/>
                          </a:rPr>
                          <m:t>𝑛</m:t>
                        </m:r>
                      </m:sub>
                    </m:sSub>
                  </m:oMath>
                </a14:m>
                <a:r>
                  <a:rPr lang="ar-AE"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Initialize selected = ∅ and </a:t>
                </a:r>
                <a:r>
                  <a:rPr lang="en-IN" sz="2000" dirty="0" err="1">
                    <a:latin typeface="Times New Roman" panose="02020603050405020304" pitchFamily="18" charset="0"/>
                    <a:cs typeface="Times New Roman" panose="02020603050405020304" pitchFamily="18" charset="0"/>
                  </a:rPr>
                  <a:t>last_start</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infty</a:t>
                </a:r>
                <a:r>
                  <a:rPr lang="en-IN" sz="2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Scan the sorted list from the largest start to the smallest:</a:t>
                </a:r>
              </a:p>
              <a:p>
                <a:pPr lvl="1"/>
                <a:r>
                  <a:rPr lang="en-IN" sz="2000" dirty="0">
                    <a:latin typeface="Times New Roman" panose="02020603050405020304" pitchFamily="18" charset="0"/>
                    <a:cs typeface="Times New Roman" panose="02020603050405020304" pitchFamily="18" charset="0"/>
                  </a:rPr>
                  <a:t>For each activity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𝑎</m:t>
                        </m:r>
                      </m:e>
                      <m:sub>
                        <m:r>
                          <a:rPr lang="ar-AE" sz="2000" i="1">
                            <a:latin typeface="Cambria Math" panose="02040503050406030204" pitchFamily="18" charset="0"/>
                          </a:rPr>
                          <m:t>𝑖</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i="1">
                                <a:latin typeface="Cambria Math" panose="02040503050406030204" pitchFamily="18" charset="0"/>
                              </a:rPr>
                              <m:t>𝑖</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e>
                    </m:d>
                    <m:r>
                      <a:rPr lang="en-IN" sz="2000" b="0" i="0" smtClean="0">
                        <a:latin typeface="Cambria Math" panose="02040503050406030204" pitchFamily="18" charset="0"/>
                      </a:rPr>
                      <m:t>(</m:t>
                    </m:r>
                  </m:oMath>
                </a14:m>
                <a:r>
                  <a:rPr lang="en-IN" sz="2000" dirty="0">
                    <a:latin typeface="Times New Roman" panose="02020603050405020304" pitchFamily="18" charset="0"/>
                    <a:cs typeface="Times New Roman" panose="02020603050405020304" pitchFamily="18" charset="0"/>
                  </a:rPr>
                  <a:t>in that order), if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r>
                      <a:rPr lang="ar-AE" sz="2000">
                        <a:latin typeface="Cambria Math" panose="02040503050406030204" pitchFamily="18" charset="0"/>
                      </a:rPr>
                      <m:t>≤</m:t>
                    </m:r>
                    <m:r>
                      <m:rPr>
                        <m:nor/>
                      </m:rPr>
                      <a:rPr lang="en-IN" sz="2000" i="1" smtClean="0">
                        <a:latin typeface="Times New Roman" panose="02020603050405020304" pitchFamily="18" charset="0"/>
                        <a:cs typeface="Times New Roman" panose="02020603050405020304" pitchFamily="18" charset="0"/>
                      </a:rPr>
                      <m:t>last</m:t>
                    </m:r>
                    <m:r>
                      <m:rPr>
                        <m:lit/>
                        <m:nor/>
                      </m:rPr>
                      <a:rPr lang="en-IN" sz="2000" i="1" smtClean="0">
                        <a:latin typeface="Times New Roman" panose="02020603050405020304" pitchFamily="18" charset="0"/>
                        <a:cs typeface="Times New Roman" panose="02020603050405020304" pitchFamily="18" charset="0"/>
                      </a:rPr>
                      <m:t>_</m:t>
                    </m:r>
                    <m:r>
                      <m:rPr>
                        <m:nor/>
                      </m:rPr>
                      <a:rPr lang="en-IN" sz="2000" i="1" smtClean="0">
                        <a:latin typeface="Times New Roman" panose="02020603050405020304" pitchFamily="18" charset="0"/>
                        <a:cs typeface="Times New Roman" panose="02020603050405020304" pitchFamily="18" charset="0"/>
                      </a:rPr>
                      <m:t>start</m:t>
                    </m:r>
                  </m:oMath>
                </a14:m>
                <a:r>
                  <a:rPr lang="en-IN" sz="2000" dirty="0">
                    <a:latin typeface="Times New Roman" panose="02020603050405020304" pitchFamily="18" charset="0"/>
                    <a:cs typeface="Times New Roman" panose="02020603050405020304" pitchFamily="18" charset="0"/>
                  </a:rPr>
                  <a:t>, then</a:t>
                </a:r>
              </a:p>
              <a:p>
                <a:pPr lvl="2"/>
                <a:r>
                  <a:rPr lang="en-IN" sz="2000" dirty="0">
                    <a:latin typeface="Times New Roman" panose="02020603050405020304" pitchFamily="18" charset="0"/>
                    <a:cs typeface="Times New Roman" panose="02020603050405020304" pitchFamily="18" charset="0"/>
                  </a:rPr>
                  <a:t>add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𝑎</m:t>
                        </m:r>
                      </m:e>
                      <m:sub>
                        <m:r>
                          <a:rPr lang="ar-AE" sz="2000" i="1">
                            <a:latin typeface="Cambria Math" panose="02040503050406030204" pitchFamily="18" charset="0"/>
                          </a:rPr>
                          <m:t>𝑖</m:t>
                        </m:r>
                      </m:sub>
                    </m:sSub>
                  </m:oMath>
                </a14:m>
                <a:r>
                  <a:rPr lang="en-IN" sz="2000" dirty="0">
                    <a:latin typeface="Times New Roman" panose="02020603050405020304" pitchFamily="18" charset="0"/>
                    <a:cs typeface="Times New Roman" panose="02020603050405020304" pitchFamily="18" charset="0"/>
                  </a:rPr>
                  <a:t>to selected</a:t>
                </a:r>
              </a:p>
              <a:p>
                <a:pPr lvl="2"/>
                <a:r>
                  <a:rPr lang="en-IN" sz="2000" dirty="0">
                    <a:latin typeface="Times New Roman" panose="02020603050405020304" pitchFamily="18" charset="0"/>
                    <a:cs typeface="Times New Roman" panose="02020603050405020304" pitchFamily="18" charset="0"/>
                  </a:rPr>
                  <a:t>set </a:t>
                </a:r>
                <a:r>
                  <a:rPr lang="en-IN" sz="2000" dirty="0" err="1">
                    <a:latin typeface="Times New Roman" panose="02020603050405020304" pitchFamily="18" charset="0"/>
                    <a:cs typeface="Times New Roman" panose="02020603050405020304" pitchFamily="18" charset="0"/>
                  </a:rPr>
                  <a:t>last_start</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s_i</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Return selected.</a:t>
                </a:r>
              </a:p>
              <a:p>
                <a:r>
                  <a:rPr lang="en-IN" sz="2000" dirty="0">
                    <a:latin typeface="Times New Roman" panose="02020603050405020304" pitchFamily="18" charset="0"/>
                    <a:cs typeface="Times New Roman" panose="02020603050405020304" pitchFamily="18" charset="0"/>
                  </a:rPr>
                  <a:t>(Why the condition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𝑓</m:t>
                        </m:r>
                      </m:e>
                      <m:sub>
                        <m:r>
                          <a:rPr lang="ar-AE" sz="2000" i="1">
                            <a:latin typeface="Cambria Math" panose="02040503050406030204" pitchFamily="18" charset="0"/>
                          </a:rPr>
                          <m:t>𝑖</m:t>
                        </m:r>
                      </m:sub>
                    </m:sSub>
                    <m:r>
                      <a:rPr lang="ar-AE" sz="2000">
                        <a:latin typeface="Cambria Math" panose="02040503050406030204" pitchFamily="18" charset="0"/>
                      </a:rPr>
                      <m:t>≤</m:t>
                    </m:r>
                    <m:r>
                      <m:rPr>
                        <m:nor/>
                      </m:rPr>
                      <a:rPr lang="en-IN" sz="2000" i="1">
                        <a:latin typeface="Times New Roman" panose="02020603050405020304" pitchFamily="18" charset="0"/>
                        <a:cs typeface="Times New Roman" panose="02020603050405020304" pitchFamily="18" charset="0"/>
                      </a:rPr>
                      <m:t>last</m:t>
                    </m:r>
                    <m:r>
                      <m:rPr>
                        <m:lit/>
                        <m:nor/>
                      </m:rPr>
                      <a:rPr lang="en-IN" sz="2000" i="1">
                        <a:latin typeface="Times New Roman" panose="02020603050405020304" pitchFamily="18" charset="0"/>
                        <a:cs typeface="Times New Roman" panose="02020603050405020304" pitchFamily="18" charset="0"/>
                      </a:rPr>
                      <m:t>_</m:t>
                    </m:r>
                    <m:r>
                      <m:rPr>
                        <m:nor/>
                      </m:rPr>
                      <a:rPr lang="en-IN" sz="2000" i="1">
                        <a:latin typeface="Times New Roman" panose="02020603050405020304" pitchFamily="18" charset="0"/>
                        <a:cs typeface="Times New Roman" panose="02020603050405020304" pitchFamily="18" charset="0"/>
                      </a:rPr>
                      <m:t>start</m:t>
                    </m:r>
                  </m:oMath>
                </a14:m>
                <a:r>
                  <a:rPr lang="en-IN" sz="2000" dirty="0">
                    <a:latin typeface="Times New Roman" panose="02020603050405020304" pitchFamily="18" charset="0"/>
                    <a:cs typeface="Times New Roman" panose="02020603050405020304" pitchFamily="18" charset="0"/>
                  </a:rPr>
                  <a:t>? After you chose an activity with start </a:t>
                </a:r>
                <a:r>
                  <a:rPr lang="en-IN" sz="2000" dirty="0" err="1">
                    <a:latin typeface="Times New Roman" panose="02020603050405020304" pitchFamily="18" charset="0"/>
                    <a:cs typeface="Times New Roman" panose="02020603050405020304" pitchFamily="18" charset="0"/>
                  </a:rPr>
                  <a:t>last_start</a:t>
                </a:r>
                <a:r>
                  <a:rPr lang="en-IN" sz="2000" dirty="0">
                    <a:latin typeface="Times New Roman" panose="02020603050405020304" pitchFamily="18" charset="0"/>
                    <a:cs typeface="Times New Roman" panose="02020603050405020304" pitchFamily="18" charset="0"/>
                  </a:rPr>
                  <a:t>, any future activity you pick must finish no later than that start so they don't overlap.)</a:t>
                </a:r>
              </a:p>
            </p:txBody>
          </p:sp>
        </mc:Choice>
        <mc:Fallback xmlns="">
          <p:sp>
            <p:nvSpPr>
              <p:cNvPr id="4" name="TextBox 3">
                <a:extLst>
                  <a:ext uri="{FF2B5EF4-FFF2-40B4-BE49-F238E27FC236}">
                    <a16:creationId xmlns:a16="http://schemas.microsoft.com/office/drawing/2014/main" id="{11B8B734-6C98-EA9B-20A8-852FF91EB4B8}"/>
                  </a:ext>
                </a:extLst>
              </p:cNvPr>
              <p:cNvSpPr txBox="1">
                <a:spLocks noRot="1" noChangeAspect="1" noMove="1" noResize="1" noEditPoints="1" noAdjustHandles="1" noChangeArrowheads="1" noChangeShapeType="1" noTextEdit="1"/>
              </p:cNvSpPr>
              <p:nvPr/>
            </p:nvSpPr>
            <p:spPr>
              <a:xfrm>
                <a:off x="720436" y="738909"/>
                <a:ext cx="10169236" cy="4708981"/>
              </a:xfrm>
              <a:prstGeom prst="rect">
                <a:avLst/>
              </a:prstGeom>
              <a:blipFill>
                <a:blip r:embed="rId4"/>
                <a:stretch>
                  <a:fillRect l="-600" t="-647" b="-1294"/>
                </a:stretch>
              </a:blipFill>
            </p:spPr>
            <p:txBody>
              <a:bodyPr/>
              <a:lstStyle/>
              <a:p>
                <a:r>
                  <a:rPr lang="en-IN">
                    <a:noFill/>
                  </a:rPr>
                  <a:t> </a:t>
                </a:r>
              </a:p>
            </p:txBody>
          </p:sp>
        </mc:Fallback>
      </mc:AlternateContent>
    </p:spTree>
    <p:extLst>
      <p:ext uri="{BB962C8B-B14F-4D97-AF65-F5344CB8AC3E}">
        <p14:creationId xmlns:p14="http://schemas.microsoft.com/office/powerpoint/2010/main" val="2025337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E3F3DF-083E-664E-A365-7192F69C4D7F}"/>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CEFBBEA8-29A5-D0E6-2700-E1C31E2F0F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3045C6F-59F1-2FB6-DEC6-C6209699D178}"/>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37" name="Rectangle 36">
            <a:extLst>
              <a:ext uri="{FF2B5EF4-FFF2-40B4-BE49-F238E27FC236}">
                <a16:creationId xmlns:a16="http://schemas.microsoft.com/office/drawing/2014/main" id="{98B1C5FD-5A87-9CF9-A29C-365DD3ED1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B092542-43B4-BD1D-C4C9-AB8C6EDC2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878DED5-BEB7-FE06-D0EC-23D02A49FF4C}"/>
              </a:ext>
            </a:extLst>
          </p:cNvPr>
          <p:cNvSpPr txBox="1"/>
          <p:nvPr/>
        </p:nvSpPr>
        <p:spPr>
          <a:xfrm>
            <a:off x="1108364" y="886691"/>
            <a:ext cx="8035636" cy="4093428"/>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GREEDY-LATEST-START(S):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 S = list of activities (</a:t>
            </a:r>
            <a:r>
              <a:rPr lang="en-IN" sz="2000" dirty="0" err="1">
                <a:latin typeface="Times New Roman" panose="02020603050405020304" pitchFamily="18" charset="0"/>
                <a:cs typeface="Times New Roman" panose="02020603050405020304" pitchFamily="18" charset="0"/>
              </a:rPr>
              <a:t>s_i</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f_i</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sort S in non-increasing order of </a:t>
            </a:r>
            <a:r>
              <a:rPr lang="en-IN" sz="2000" dirty="0" err="1">
                <a:latin typeface="Times New Roman" panose="02020603050405020304" pitchFamily="18" charset="0"/>
                <a:cs typeface="Times New Roman" panose="02020603050405020304" pitchFamily="18" charset="0"/>
              </a:rPr>
              <a:t>s_i</a:t>
            </a:r>
            <a:r>
              <a:rPr lang="en-IN" sz="2000" dirty="0">
                <a:latin typeface="Times New Roman" panose="02020603050405020304" pitchFamily="18" charset="0"/>
                <a:cs typeface="Times New Roman" panose="02020603050405020304" pitchFamily="18" charset="0"/>
              </a:rPr>
              <a:t>   // s1 &gt;= s2 &gt;= ... &gt;= </a:t>
            </a:r>
            <a:r>
              <a:rPr lang="en-IN" sz="2000" dirty="0" err="1">
                <a:latin typeface="Times New Roman" panose="02020603050405020304" pitchFamily="18" charset="0"/>
                <a:cs typeface="Times New Roman" panose="02020603050405020304" pitchFamily="18" charset="0"/>
              </a:rPr>
              <a:t>sn</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selected = []</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last_start</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infty</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for each activity a in S (in this order):</a:t>
            </a:r>
          </a:p>
          <a:p>
            <a:r>
              <a:rPr lang="en-IN" sz="2000" dirty="0">
                <a:latin typeface="Times New Roman" panose="02020603050405020304" pitchFamily="18" charset="0"/>
                <a:cs typeface="Times New Roman" panose="02020603050405020304" pitchFamily="18" charset="0"/>
              </a:rPr>
              <a:t>    if </a:t>
            </a:r>
            <a:r>
              <a:rPr lang="en-IN" sz="2000" dirty="0" err="1">
                <a:latin typeface="Times New Roman" panose="02020603050405020304" pitchFamily="18" charset="0"/>
                <a:cs typeface="Times New Roman" panose="02020603050405020304" pitchFamily="18" charset="0"/>
              </a:rPr>
              <a:t>a.finish</a:t>
            </a:r>
            <a:r>
              <a:rPr lang="en-IN" sz="2000" dirty="0">
                <a:latin typeface="Times New Roman" panose="02020603050405020304" pitchFamily="18" charset="0"/>
                <a:cs typeface="Times New Roman" panose="02020603050405020304" pitchFamily="18" charset="0"/>
              </a:rPr>
              <a:t> &lt;= </a:t>
            </a:r>
            <a:r>
              <a:rPr lang="en-IN" sz="2000" dirty="0" err="1">
                <a:latin typeface="Times New Roman" panose="02020603050405020304" pitchFamily="18" charset="0"/>
                <a:cs typeface="Times New Roman" panose="02020603050405020304" pitchFamily="18" charset="0"/>
              </a:rPr>
              <a:t>last_start</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selected.append</a:t>
            </a:r>
            <a:r>
              <a:rPr lang="en-IN" sz="2000" dirty="0">
                <a:latin typeface="Times New Roman" panose="02020603050405020304" pitchFamily="18" charset="0"/>
                <a:cs typeface="Times New Roman" panose="02020603050405020304" pitchFamily="18" charset="0"/>
              </a:rPr>
              <a:t>(a)</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last_start</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a.start</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return selected</a:t>
            </a:r>
          </a:p>
        </p:txBody>
      </p:sp>
    </p:spTree>
    <p:extLst>
      <p:ext uri="{BB962C8B-B14F-4D97-AF65-F5344CB8AC3E}">
        <p14:creationId xmlns:p14="http://schemas.microsoft.com/office/powerpoint/2010/main" val="757617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681C40-7421-6BBB-1947-4E18773829E4}"/>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9FA0F4E7-76CD-731B-864F-03FB17A38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6879026-0B00-3A88-BE91-0B7B2787F39F}"/>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37" name="Rectangle 36">
            <a:extLst>
              <a:ext uri="{FF2B5EF4-FFF2-40B4-BE49-F238E27FC236}">
                <a16:creationId xmlns:a16="http://schemas.microsoft.com/office/drawing/2014/main" id="{57634DDE-F763-513D-7962-006B61D74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0F1E22A-EB09-9EB5-443D-C2817D61B3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0874B1A-BF8C-83A0-50A6-A0D988F5A359}"/>
              </a:ext>
            </a:extLst>
          </p:cNvPr>
          <p:cNvSpPr txBox="1"/>
          <p:nvPr/>
        </p:nvSpPr>
        <p:spPr>
          <a:xfrm>
            <a:off x="1059892" y="152509"/>
            <a:ext cx="8035636" cy="6247864"/>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Example :</a:t>
            </a:r>
          </a:p>
          <a:p>
            <a:r>
              <a:rPr lang="en-IN" sz="2000" dirty="0">
                <a:latin typeface="Times New Roman" panose="02020603050405020304" pitchFamily="18" charset="0"/>
                <a:cs typeface="Times New Roman" panose="02020603050405020304" pitchFamily="18" charset="0"/>
              </a:rPr>
              <a:t>Input activities (</a:t>
            </a:r>
            <a:r>
              <a:rPr lang="en-IN" sz="2000" dirty="0" err="1">
                <a:latin typeface="Times New Roman" panose="02020603050405020304" pitchFamily="18" charset="0"/>
                <a:cs typeface="Times New Roman" panose="02020603050405020304" pitchFamily="18" charset="0"/>
              </a:rPr>
              <a:t>s,f</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(1,4), (3,5), (0,6), (5,7), (3,9),</a:t>
            </a:r>
          </a:p>
          <a:p>
            <a:r>
              <a:rPr lang="en-IN" sz="2000" dirty="0">
                <a:latin typeface="Times New Roman" panose="02020603050405020304" pitchFamily="18" charset="0"/>
                <a:cs typeface="Times New Roman" panose="02020603050405020304" pitchFamily="18" charset="0"/>
              </a:rPr>
              <a:t>(5,9), (6,10), (8,11), (8,12), (2,14), (12,16)</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Sorted by start (descending):</a:t>
            </a:r>
          </a:p>
          <a:p>
            <a:r>
              <a:rPr lang="en-IN" sz="2000" dirty="0">
                <a:latin typeface="Times New Roman" panose="02020603050405020304" pitchFamily="18" charset="0"/>
                <a:cs typeface="Times New Roman" panose="02020603050405020304" pitchFamily="18" charset="0"/>
              </a:rPr>
              <a:t>(12,16), (8,11), (8,12), (6,10), (5,7), (5,9),</a:t>
            </a:r>
          </a:p>
          <a:p>
            <a:r>
              <a:rPr lang="en-IN" sz="2000" dirty="0">
                <a:latin typeface="Times New Roman" panose="02020603050405020304" pitchFamily="18" charset="0"/>
                <a:cs typeface="Times New Roman" panose="02020603050405020304" pitchFamily="18" charset="0"/>
              </a:rPr>
              <a:t>(3,5), (3,9), (2,14), (1,4), (0,6)</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Pick (12,16) → </a:t>
            </a:r>
            <a:r>
              <a:rPr lang="en-US" sz="2000" dirty="0" err="1">
                <a:latin typeface="Times New Roman" panose="02020603050405020304" pitchFamily="18" charset="0"/>
                <a:cs typeface="Times New Roman" panose="02020603050405020304" pitchFamily="18" charset="0"/>
              </a:rPr>
              <a:t>last_start</a:t>
            </a:r>
            <a:r>
              <a:rPr lang="en-US" sz="2000" dirty="0">
                <a:latin typeface="Times New Roman" panose="02020603050405020304" pitchFamily="18" charset="0"/>
                <a:cs typeface="Times New Roman" panose="02020603050405020304" pitchFamily="18" charset="0"/>
              </a:rPr>
              <a:t> = 12</a:t>
            </a:r>
          </a:p>
          <a:p>
            <a:r>
              <a:rPr lang="en-US" sz="2000" dirty="0">
                <a:latin typeface="Times New Roman" panose="02020603050405020304" pitchFamily="18" charset="0"/>
                <a:cs typeface="Times New Roman" panose="02020603050405020304" pitchFamily="18" charset="0"/>
              </a:rPr>
              <a:t>Pick (8,11) (11 ≤ 12) → </a:t>
            </a:r>
            <a:r>
              <a:rPr lang="en-US" sz="2000" dirty="0" err="1">
                <a:latin typeface="Times New Roman" panose="02020603050405020304" pitchFamily="18" charset="0"/>
                <a:cs typeface="Times New Roman" panose="02020603050405020304" pitchFamily="18" charset="0"/>
              </a:rPr>
              <a:t>last_start</a:t>
            </a:r>
            <a:r>
              <a:rPr lang="en-US" sz="2000" dirty="0">
                <a:latin typeface="Times New Roman" panose="02020603050405020304" pitchFamily="18" charset="0"/>
                <a:cs typeface="Times New Roman" panose="02020603050405020304" pitchFamily="18" charset="0"/>
              </a:rPr>
              <a:t> = 8</a:t>
            </a:r>
          </a:p>
          <a:p>
            <a:r>
              <a:rPr lang="en-US" sz="2000" dirty="0">
                <a:latin typeface="Times New Roman" panose="02020603050405020304" pitchFamily="18" charset="0"/>
                <a:cs typeface="Times New Roman" panose="02020603050405020304" pitchFamily="18" charset="0"/>
              </a:rPr>
              <a:t>Skip (8,12) (12 ≤ 8 false)</a:t>
            </a:r>
          </a:p>
          <a:p>
            <a:r>
              <a:rPr lang="en-US" sz="2000" dirty="0">
                <a:latin typeface="Times New Roman" panose="02020603050405020304" pitchFamily="18" charset="0"/>
                <a:cs typeface="Times New Roman" panose="02020603050405020304" pitchFamily="18" charset="0"/>
              </a:rPr>
              <a:t>Skip (6,10) (10 ≤ 8 false)</a:t>
            </a:r>
          </a:p>
          <a:p>
            <a:r>
              <a:rPr lang="en-US" sz="2000" dirty="0">
                <a:latin typeface="Times New Roman" panose="02020603050405020304" pitchFamily="18" charset="0"/>
                <a:cs typeface="Times New Roman" panose="02020603050405020304" pitchFamily="18" charset="0"/>
              </a:rPr>
              <a:t>Pick (5,7) (7 ≤ 8) → </a:t>
            </a:r>
            <a:r>
              <a:rPr lang="en-US" sz="2000" dirty="0" err="1">
                <a:latin typeface="Times New Roman" panose="02020603050405020304" pitchFamily="18" charset="0"/>
                <a:cs typeface="Times New Roman" panose="02020603050405020304" pitchFamily="18" charset="0"/>
              </a:rPr>
              <a:t>last_start</a:t>
            </a:r>
            <a:r>
              <a:rPr lang="en-US" sz="2000" dirty="0">
                <a:latin typeface="Times New Roman" panose="02020603050405020304" pitchFamily="18" charset="0"/>
                <a:cs typeface="Times New Roman" panose="02020603050405020304" pitchFamily="18" charset="0"/>
              </a:rPr>
              <a:t> = 5</a:t>
            </a:r>
          </a:p>
          <a:p>
            <a:r>
              <a:rPr lang="en-US" sz="2000" dirty="0">
                <a:latin typeface="Times New Roman" panose="02020603050405020304" pitchFamily="18" charset="0"/>
                <a:cs typeface="Times New Roman" panose="02020603050405020304" pitchFamily="18" charset="0"/>
              </a:rPr>
              <a:t>Skip (5,9)</a:t>
            </a:r>
          </a:p>
          <a:p>
            <a:r>
              <a:rPr lang="en-US" sz="2000" dirty="0">
                <a:latin typeface="Times New Roman" panose="02020603050405020304" pitchFamily="18" charset="0"/>
                <a:cs typeface="Times New Roman" panose="02020603050405020304" pitchFamily="18" charset="0"/>
              </a:rPr>
              <a:t>Pick (3,5) (5 ≤ 5) → </a:t>
            </a:r>
            <a:r>
              <a:rPr lang="en-US" sz="2000" dirty="0" err="1">
                <a:latin typeface="Times New Roman" panose="02020603050405020304" pitchFamily="18" charset="0"/>
                <a:cs typeface="Times New Roman" panose="02020603050405020304" pitchFamily="18" charset="0"/>
              </a:rPr>
              <a:t>last_start</a:t>
            </a:r>
            <a:r>
              <a:rPr lang="en-US" sz="2000" dirty="0">
                <a:latin typeface="Times New Roman" panose="02020603050405020304" pitchFamily="18" charset="0"/>
                <a:cs typeface="Times New Roman" panose="02020603050405020304" pitchFamily="18" charset="0"/>
              </a:rPr>
              <a:t> = 3</a:t>
            </a:r>
          </a:p>
          <a:p>
            <a:r>
              <a:rPr lang="en-US" sz="2000" dirty="0">
                <a:latin typeface="Times New Roman" panose="02020603050405020304" pitchFamily="18" charset="0"/>
                <a:cs typeface="Times New Roman" panose="02020603050405020304" pitchFamily="18" charset="0"/>
              </a:rPr>
              <a:t>rest are rejected</a:t>
            </a:r>
          </a:p>
          <a:p>
            <a:r>
              <a:rPr lang="en-US" sz="2000" dirty="0">
                <a:latin typeface="Times New Roman" panose="02020603050405020304" pitchFamily="18" charset="0"/>
                <a:cs typeface="Times New Roman" panose="02020603050405020304" pitchFamily="18" charset="0"/>
              </a:rPr>
              <a:t>Selected set = (12,16), (8,11), (5,7), (3,5) — 4 activities, which is maximum</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052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13A91-33B2-B670-AB19-C9510E702CB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808178E-8C02-B07A-7422-DEB9AD85B252}"/>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4" name="TextBox 3">
            <a:extLst>
              <a:ext uri="{FF2B5EF4-FFF2-40B4-BE49-F238E27FC236}">
                <a16:creationId xmlns:a16="http://schemas.microsoft.com/office/drawing/2014/main" id="{C2B8FD68-7E39-FFC5-C3BD-5A0B3994E355}"/>
              </a:ext>
            </a:extLst>
          </p:cNvPr>
          <p:cNvSpPr txBox="1"/>
          <p:nvPr/>
        </p:nvSpPr>
        <p:spPr>
          <a:xfrm>
            <a:off x="877455" y="1584650"/>
            <a:ext cx="10492509" cy="2554545"/>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PPS 6-PROBLEM 2:</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Suppose we have a set S of activities (with the start-time and the finish-time, as in the activity selection problem) that must be scheduled among many lecture halls, where any activity can take place in any lecture hall. The task is to schedule all the activities using as few lecture halls. We call this problem as ‘Extended activity selection problem’. Given the set of activities and the details of the lecture halls (say, l1, l2, ...</a:t>
            </a:r>
            <a:r>
              <a:rPr lang="en-US" sz="2000" dirty="0" err="1">
                <a:latin typeface="Times New Roman" panose="02020603050405020304" pitchFamily="18" charset="0"/>
                <a:cs typeface="Times New Roman" panose="02020603050405020304" pitchFamily="18" charset="0"/>
              </a:rPr>
              <a:t>lm</a:t>
            </a:r>
            <a:r>
              <a:rPr lang="en-US" sz="2000" dirty="0">
                <a:latin typeface="Times New Roman" panose="02020603050405020304" pitchFamily="18" charset="0"/>
                <a:cs typeface="Times New Roman" panose="02020603050405020304" pitchFamily="18" charset="0"/>
              </a:rPr>
              <a:t>), design a greedy algorithm to determine which activity should use which lecture hall. </a:t>
            </a:r>
            <a:r>
              <a:rPr lang="en-US" sz="2000" dirty="0" err="1">
                <a:latin typeface="Times New Roman" panose="02020603050405020304" pitchFamily="18" charset="0"/>
                <a:cs typeface="Times New Roman" panose="02020603050405020304" pitchFamily="18" charset="0"/>
              </a:rPr>
              <a:t>Analyse</a:t>
            </a:r>
            <a:r>
              <a:rPr lang="en-US" sz="2000" dirty="0">
                <a:latin typeface="Times New Roman" panose="02020603050405020304" pitchFamily="18" charset="0"/>
                <a:cs typeface="Times New Roman" panose="02020603050405020304" pitchFamily="18" charset="0"/>
              </a:rPr>
              <a:t> the algorithm with the running-time and the </a:t>
            </a:r>
            <a:r>
              <a:rPr lang="en-US" sz="2000" dirty="0" err="1">
                <a:latin typeface="Times New Roman" panose="02020603050405020304" pitchFamily="18" charset="0"/>
                <a:cs typeface="Times New Roman" panose="02020603050405020304" pitchFamily="18" charset="0"/>
              </a:rPr>
              <a:t>timecomplexity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8357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A16A-5E80-8B90-F80F-75E687BF81A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BE32B56-04F0-F3ED-8BA6-74D9658B7DF2}"/>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4" name="TextBox 3">
            <a:extLst>
              <a:ext uri="{FF2B5EF4-FFF2-40B4-BE49-F238E27FC236}">
                <a16:creationId xmlns:a16="http://schemas.microsoft.com/office/drawing/2014/main" id="{9774BC8B-139C-6F54-BAF9-726A720A4163}"/>
              </a:ext>
            </a:extLst>
          </p:cNvPr>
          <p:cNvSpPr txBox="1"/>
          <p:nvPr/>
        </p:nvSpPr>
        <p:spPr>
          <a:xfrm>
            <a:off x="849745" y="738909"/>
            <a:ext cx="10492509" cy="5324535"/>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PPS 6-PROBLEM 2:</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Extended-Activity-Selection(S):</a:t>
            </a:r>
          </a:p>
          <a:p>
            <a:pPr algn="just"/>
            <a:r>
              <a:rPr lang="en-US" sz="2000" dirty="0">
                <a:latin typeface="Times New Roman" panose="02020603050405020304" pitchFamily="18" charset="0"/>
                <a:cs typeface="Times New Roman" panose="02020603050405020304" pitchFamily="18" charset="0"/>
              </a:rPr>
              <a:t>1. Sort all activities by increasing start time.</a:t>
            </a:r>
          </a:p>
          <a:p>
            <a:pPr algn="just"/>
            <a:r>
              <a:rPr lang="en-US" sz="2000" dirty="0">
                <a:latin typeface="Times New Roman" panose="02020603050405020304" pitchFamily="18" charset="0"/>
                <a:cs typeface="Times New Roman" panose="02020603050405020304" pitchFamily="18" charset="0"/>
              </a:rPr>
              <a:t>2. Create a min-heap (priority queue) to store halls by their finishing times.</a:t>
            </a:r>
          </a:p>
          <a:p>
            <a:pPr algn="just"/>
            <a:r>
              <a:rPr lang="en-US" sz="2000" dirty="0">
                <a:latin typeface="Times New Roman" panose="02020603050405020304" pitchFamily="18" charset="0"/>
                <a:cs typeface="Times New Roman" panose="02020603050405020304" pitchFamily="18" charset="0"/>
              </a:rPr>
              <a:t>   Each entry: (</a:t>
            </a:r>
            <a:r>
              <a:rPr lang="en-US" sz="2000" dirty="0" err="1">
                <a:latin typeface="Times New Roman" panose="02020603050405020304" pitchFamily="18" charset="0"/>
                <a:cs typeface="Times New Roman" panose="02020603050405020304" pitchFamily="18" charset="0"/>
              </a:rPr>
              <a:t>finish_time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hall_id</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3. </a:t>
            </a:r>
            <a:r>
              <a:rPr lang="en-US" sz="2000" dirty="0" err="1">
                <a:latin typeface="Times New Roman" panose="02020603050405020304" pitchFamily="18" charset="0"/>
                <a:cs typeface="Times New Roman" panose="02020603050405020304" pitchFamily="18" charset="0"/>
              </a:rPr>
              <a:t>hall_count</a:t>
            </a:r>
            <a:r>
              <a:rPr lang="en-US" sz="2000" dirty="0">
                <a:latin typeface="Times New Roman" panose="02020603050405020304" pitchFamily="18" charset="0"/>
                <a:cs typeface="Times New Roman" panose="02020603050405020304" pitchFamily="18" charset="0"/>
              </a:rPr>
              <a:t> = 0</a:t>
            </a:r>
          </a:p>
          <a:p>
            <a:pPr algn="just"/>
            <a:r>
              <a:rPr lang="en-US" sz="2000" dirty="0">
                <a:latin typeface="Times New Roman" panose="02020603050405020304" pitchFamily="18" charset="0"/>
                <a:cs typeface="Times New Roman" panose="02020603050405020304" pitchFamily="18" charset="0"/>
              </a:rPr>
              <a:t>4. For each activity a in sorted S:</a:t>
            </a:r>
          </a:p>
          <a:p>
            <a:pPr algn="just"/>
            <a:r>
              <a:rPr lang="en-US" sz="2000" dirty="0">
                <a:latin typeface="Times New Roman" panose="02020603050405020304" pitchFamily="18" charset="0"/>
                <a:cs typeface="Times New Roman" panose="02020603050405020304" pitchFamily="18" charset="0"/>
              </a:rPr>
              <a:t>       if heap is not empty AND </a:t>
            </a:r>
            <a:r>
              <a:rPr lang="en-US" sz="2000" dirty="0" err="1">
                <a:latin typeface="Times New Roman" panose="02020603050405020304" pitchFamily="18" charset="0"/>
                <a:cs typeface="Times New Roman" panose="02020603050405020304" pitchFamily="18" charset="0"/>
              </a:rPr>
              <a:t>heap.top.finish_time</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a.start</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             Assign activity a to </a:t>
            </a:r>
            <a:r>
              <a:rPr lang="en-US" sz="2000" dirty="0" err="1">
                <a:latin typeface="Times New Roman" panose="02020603050405020304" pitchFamily="18" charset="0"/>
                <a:cs typeface="Times New Roman" panose="02020603050405020304" pitchFamily="18" charset="0"/>
              </a:rPr>
              <a:t>hall_id</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heap.top.hall_id</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Pop the top element from heap</a:t>
            </a:r>
          </a:p>
          <a:p>
            <a:pPr algn="just"/>
            <a:r>
              <a:rPr lang="en-US" sz="2000" dirty="0">
                <a:latin typeface="Times New Roman" panose="02020603050405020304" pitchFamily="18" charset="0"/>
                <a:cs typeface="Times New Roman" panose="02020603050405020304" pitchFamily="18" charset="0"/>
              </a:rPr>
              <a:t>             Push (</a:t>
            </a:r>
            <a:r>
              <a:rPr lang="en-US" sz="2000" dirty="0" err="1">
                <a:latin typeface="Times New Roman" panose="02020603050405020304" pitchFamily="18" charset="0"/>
                <a:cs typeface="Times New Roman" panose="02020603050405020304" pitchFamily="18" charset="0"/>
              </a:rPr>
              <a:t>a.finish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hall_id</a:t>
            </a:r>
            <a:r>
              <a:rPr lang="en-US" sz="2000" dirty="0">
                <a:latin typeface="Times New Roman" panose="02020603050405020304" pitchFamily="18" charset="0"/>
                <a:cs typeface="Times New Roman" panose="02020603050405020304" pitchFamily="18" charset="0"/>
              </a:rPr>
              <a:t>) into heap</a:t>
            </a:r>
          </a:p>
          <a:p>
            <a:pPr algn="just"/>
            <a:r>
              <a:rPr lang="en-US" sz="2000" dirty="0">
                <a:latin typeface="Times New Roman" panose="02020603050405020304" pitchFamily="18" charset="0"/>
                <a:cs typeface="Times New Roman" panose="02020603050405020304" pitchFamily="18" charset="0"/>
              </a:rPr>
              <a:t>       else:</a:t>
            </a:r>
          </a:p>
          <a:p>
            <a:pPr algn="just"/>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hall_count</a:t>
            </a:r>
            <a:r>
              <a:rPr lang="en-US" sz="2000" dirty="0">
                <a:latin typeface="Times New Roman" panose="02020603050405020304" pitchFamily="18" charset="0"/>
                <a:cs typeface="Times New Roman" panose="02020603050405020304" pitchFamily="18" charset="0"/>
              </a:rPr>
              <a:t> += 1</a:t>
            </a:r>
          </a:p>
          <a:p>
            <a:pPr algn="just"/>
            <a:r>
              <a:rPr lang="en-US" sz="2000" dirty="0">
                <a:latin typeface="Times New Roman" panose="02020603050405020304" pitchFamily="18" charset="0"/>
                <a:cs typeface="Times New Roman" panose="02020603050405020304" pitchFamily="18" charset="0"/>
              </a:rPr>
              <a:t>             Assign activity a to </a:t>
            </a:r>
            <a:r>
              <a:rPr lang="en-US" sz="2000" dirty="0" err="1">
                <a:latin typeface="Times New Roman" panose="02020603050405020304" pitchFamily="18" charset="0"/>
                <a:cs typeface="Times New Roman" panose="02020603050405020304" pitchFamily="18" charset="0"/>
              </a:rPr>
              <a:t>hall_id</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hall_count</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Push (</a:t>
            </a:r>
            <a:r>
              <a:rPr lang="en-US" sz="2000" dirty="0" err="1">
                <a:latin typeface="Times New Roman" panose="02020603050405020304" pitchFamily="18" charset="0"/>
                <a:cs typeface="Times New Roman" panose="02020603050405020304" pitchFamily="18" charset="0"/>
              </a:rPr>
              <a:t>a.finish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hall_count</a:t>
            </a:r>
            <a:r>
              <a:rPr lang="en-US" sz="2000" dirty="0">
                <a:latin typeface="Times New Roman" panose="02020603050405020304" pitchFamily="18" charset="0"/>
                <a:cs typeface="Times New Roman" panose="02020603050405020304" pitchFamily="18" charset="0"/>
              </a:rPr>
              <a:t>) into heap</a:t>
            </a:r>
          </a:p>
          <a:p>
            <a:pPr algn="just"/>
            <a:r>
              <a:rPr lang="en-US" sz="2000" dirty="0">
                <a:latin typeface="Times New Roman" panose="02020603050405020304" pitchFamily="18" charset="0"/>
                <a:cs typeface="Times New Roman" panose="02020603050405020304" pitchFamily="18" charset="0"/>
              </a:rPr>
              <a:t>5. Return hall assignments and </a:t>
            </a:r>
            <a:r>
              <a:rPr lang="en-US" sz="2000" dirty="0" err="1">
                <a:latin typeface="Times New Roman" panose="02020603050405020304" pitchFamily="18" charset="0"/>
                <a:cs typeface="Times New Roman" panose="02020603050405020304" pitchFamily="18" charset="0"/>
              </a:rPr>
              <a:t>hall_count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3156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2294B-C36D-0757-32D1-22955617C19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449376D-88CA-08FB-E690-E58E126C66B7}"/>
              </a:ext>
            </a:extLst>
          </p:cNvPr>
          <p:cNvPicPr>
            <a:picLocks noChangeAspect="1"/>
          </p:cNvPicPr>
          <p:nvPr/>
        </p:nvPicPr>
        <p:blipFill>
          <a:blip r:embed="rId3"/>
          <a:srcRect t="2613"/>
          <a:stretch>
            <a:fillRect/>
          </a:stretch>
        </p:blipFill>
        <p:spPr>
          <a:xfrm>
            <a:off x="10155419" y="72680"/>
            <a:ext cx="1990399" cy="666229"/>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49D19B6-DA47-7728-7001-0432310E2E87}"/>
                  </a:ext>
                </a:extLst>
              </p:cNvPr>
              <p:cNvSpPr txBox="1"/>
              <p:nvPr/>
            </p:nvSpPr>
            <p:spPr>
              <a:xfrm>
                <a:off x="1089890" y="544945"/>
                <a:ext cx="10492509" cy="4339650"/>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PPS 6-PROBLEM 2:</a:t>
                </a:r>
              </a:p>
              <a:p>
                <a:pPr algn="just"/>
                <a:endParaRPr lang="en-US" sz="2000" dirty="0">
                  <a:latin typeface="Times New Roman" panose="02020603050405020304" pitchFamily="18" charset="0"/>
                  <a:cs typeface="Times New Roman" panose="02020603050405020304" pitchFamily="18" charset="0"/>
                </a:endParaRPr>
              </a:p>
              <a:p>
                <a:r>
                  <a:rPr lang="en-IN" sz="2000" b="1" dirty="0"/>
                  <a:t>Example</a:t>
                </a:r>
              </a:p>
              <a:p>
                <a:r>
                  <a:rPr lang="en-IN" sz="2000" dirty="0"/>
                  <a:t>Activities:</a:t>
                </a:r>
              </a:p>
              <a:p>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1</m:t>
                          </m:r>
                        </m:sub>
                      </m:sSub>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4</m:t>
                          </m:r>
                        </m:e>
                      </m:d>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2</m:t>
                          </m:r>
                        </m:sub>
                      </m:sSub>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2</m:t>
                          </m:r>
                        </m:e>
                        <m:e>
                          <m:r>
                            <a:rPr lang="ar-AE">
                              <a:latin typeface="Cambria Math" panose="02040503050406030204" pitchFamily="18" charset="0"/>
                            </a:rPr>
                            <m:t>5</m:t>
                          </m:r>
                        </m:e>
                      </m:d>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3</m:t>
                          </m:r>
                        </m:sub>
                      </m:sSub>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6</m:t>
                          </m:r>
                        </m:e>
                        <m:e>
                          <m:r>
                            <a:rPr lang="ar-AE">
                              <a:latin typeface="Cambria Math" panose="02040503050406030204" pitchFamily="18" charset="0"/>
                            </a:rPr>
                            <m:t>7</m:t>
                          </m:r>
                        </m:e>
                      </m:d>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4</m:t>
                          </m:r>
                        </m:sub>
                      </m:sSub>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3</m:t>
                          </m:r>
                        </m:e>
                        <m:e>
                          <m:r>
                            <a:rPr lang="ar-AE">
                              <a:latin typeface="Cambria Math" panose="02040503050406030204" pitchFamily="18" charset="0"/>
                            </a:rPr>
                            <m:t>8</m:t>
                          </m:r>
                        </m:e>
                      </m:d>
                      <m:r>
                        <a:rPr lang="ar-AE">
                          <a:latin typeface="Cambria Math" panose="02040503050406030204" pitchFamily="18" charset="0"/>
                        </a:rPr>
                        <m:t>,</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5</m:t>
                          </m:r>
                        </m:sub>
                      </m:sSub>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8</m:t>
                          </m:r>
                        </m:e>
                        <m:e>
                          <m:r>
                            <a:rPr lang="ar-AE">
                              <a:latin typeface="Cambria Math" panose="02040503050406030204" pitchFamily="18" charset="0"/>
                            </a:rPr>
                            <m:t>9</m:t>
                          </m:r>
                        </m:e>
                      </m:d>
                    </m:oMath>
                  </m:oMathPara>
                </a14:m>
                <a:endParaRPr lang="ar-AE" sz="2000" b="0" dirty="0"/>
              </a:p>
              <a:p>
                <a:pPr/>
                <a:r>
                  <a:rPr lang="en-IN" sz="2000" dirty="0"/>
                  <a:t>Sorted by start time:</a:t>
                </a:r>
                <a:br>
                  <a:rPr lang="en-IN" sz="2000" dirty="0"/>
                </a:br>
                <a14:m>
                  <m:oMathPara xmlns:m="http://schemas.openxmlformats.org/officeDocument/2006/math">
                    <m:oMathParaPr>
                      <m:jc m:val="centerGroup"/>
                    </m:oMathParaPr>
                    <m:oMath xmlns:m="http://schemas.openxmlformats.org/officeDocument/2006/math">
                      <m:d>
                        <m:dPr>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4</m:t>
                          </m:r>
                        </m:e>
                      </m:d>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2</m:t>
                          </m:r>
                        </m:e>
                        <m:e>
                          <m:r>
                            <a:rPr lang="ar-AE">
                              <a:latin typeface="Cambria Math" panose="02040503050406030204" pitchFamily="18" charset="0"/>
                            </a:rPr>
                            <m:t>5</m:t>
                          </m:r>
                        </m:e>
                      </m:d>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3</m:t>
                          </m:r>
                        </m:e>
                        <m:e>
                          <m:r>
                            <a:rPr lang="ar-AE">
                              <a:latin typeface="Cambria Math" panose="02040503050406030204" pitchFamily="18" charset="0"/>
                            </a:rPr>
                            <m:t>8</m:t>
                          </m:r>
                        </m:e>
                      </m:d>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6</m:t>
                          </m:r>
                        </m:e>
                        <m:e>
                          <m:r>
                            <a:rPr lang="ar-AE">
                              <a:latin typeface="Cambria Math" panose="02040503050406030204" pitchFamily="18" charset="0"/>
                            </a:rPr>
                            <m:t>7</m:t>
                          </m:r>
                        </m:e>
                      </m:d>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8</m:t>
                          </m:r>
                        </m:e>
                        <m:e>
                          <m:r>
                            <a:rPr lang="ar-AE">
                              <a:latin typeface="Cambria Math" panose="02040503050406030204" pitchFamily="18" charset="0"/>
                            </a:rPr>
                            <m:t>9</m:t>
                          </m:r>
                        </m:e>
                      </m:d>
                    </m:oMath>
                  </m:oMathPara>
                </a14:m>
                <a:endParaRPr lang="ar-AE" sz="2000"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1</m:t>
                        </m:r>
                      </m:sub>
                    </m:sSub>
                  </m:oMath>
                </a14:m>
                <a:r>
                  <a:rPr lang="ar-AE" sz="2000" dirty="0"/>
                  <a:t>→ </a:t>
                </a:r>
                <a:r>
                  <a:rPr lang="en-IN" sz="2000" dirty="0"/>
                  <a:t>Hall 1 (finishes at 4)</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2</m:t>
                        </m:r>
                      </m:sub>
                    </m:sSub>
                  </m:oMath>
                </a14:m>
                <a:r>
                  <a:rPr lang="ar-AE" sz="2000" dirty="0"/>
                  <a:t>→ </a:t>
                </a:r>
                <a:r>
                  <a:rPr lang="en-IN" sz="2000" dirty="0"/>
                  <a:t>Hall 2 (overlaps with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1</m:t>
                        </m:r>
                      </m:sub>
                    </m:sSub>
                  </m:oMath>
                </a14:m>
                <a:r>
                  <a:rPr lang="ar-AE" sz="2000" dirty="0"/>
                  <a:t>)</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3</m:t>
                        </m:r>
                      </m:sub>
                    </m:sSub>
                  </m:oMath>
                </a14:m>
                <a:r>
                  <a:rPr lang="ar-AE" sz="2000" dirty="0"/>
                  <a:t>→ </a:t>
                </a:r>
                <a:r>
                  <a:rPr lang="en-IN" sz="2000" dirty="0"/>
                  <a:t>Can go to Hall 1 (since 6 ≥ 4)</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4</m:t>
                        </m:r>
                      </m:sub>
                    </m:sSub>
                  </m:oMath>
                </a14:m>
                <a:r>
                  <a:rPr lang="ar-AE" sz="2000" dirty="0"/>
                  <a:t>→ </a:t>
                </a:r>
                <a:r>
                  <a:rPr lang="en-IN" sz="2000" dirty="0"/>
                  <a:t>Needs Hall 3 (overlaps with both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1</m:t>
                        </m:r>
                      </m:sub>
                    </m:sSub>
                  </m:oMath>
                </a14:m>
                <a:r>
                  <a:rPr lang="en-IN" sz="2000" dirty="0"/>
                  <a:t>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2</m:t>
                        </m:r>
                      </m:sub>
                    </m:sSub>
                  </m:oMath>
                </a14:m>
                <a:r>
                  <a:rPr lang="ar-AE" sz="2000" dirty="0"/>
                  <a:t>)</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5</m:t>
                        </m:r>
                      </m:sub>
                    </m:sSub>
                  </m:oMath>
                </a14:m>
                <a:r>
                  <a:rPr lang="ar-AE" sz="2000" dirty="0"/>
                  <a:t>→ </a:t>
                </a:r>
                <a:r>
                  <a:rPr lang="en-IN" sz="2000" dirty="0"/>
                  <a:t>Can go to Hall 2 (since 8 ≥ 5)</a:t>
                </a:r>
              </a:p>
              <a:p>
                <a:r>
                  <a:rPr lang="en-IN" sz="2000" dirty="0"/>
                  <a:t>Minimum halls = 3</a:t>
                </a:r>
              </a:p>
              <a:p>
                <a:pPr algn="just"/>
                <a:endParaRPr lang="en-US" sz="2000" dirty="0">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749D19B6-DA47-7728-7001-0432310E2E87}"/>
                  </a:ext>
                </a:extLst>
              </p:cNvPr>
              <p:cNvSpPr txBox="1">
                <a:spLocks noRot="1" noChangeAspect="1" noMove="1" noResize="1" noEditPoints="1" noAdjustHandles="1" noChangeArrowheads="1" noChangeShapeType="1" noTextEdit="1"/>
              </p:cNvSpPr>
              <p:nvPr/>
            </p:nvSpPr>
            <p:spPr>
              <a:xfrm>
                <a:off x="1089890" y="544945"/>
                <a:ext cx="10492509" cy="4339650"/>
              </a:xfrm>
              <a:prstGeom prst="rect">
                <a:avLst/>
              </a:prstGeom>
              <a:blipFill>
                <a:blip r:embed="rId4"/>
                <a:stretch>
                  <a:fillRect l="-639" t="-702"/>
                </a:stretch>
              </a:blipFill>
            </p:spPr>
            <p:txBody>
              <a:bodyPr/>
              <a:lstStyle/>
              <a:p>
                <a:r>
                  <a:rPr lang="en-IN">
                    <a:noFill/>
                  </a:rPr>
                  <a:t> </a:t>
                </a:r>
              </a:p>
            </p:txBody>
          </p:sp>
        </mc:Fallback>
      </mc:AlternateContent>
    </p:spTree>
    <p:extLst>
      <p:ext uri="{BB962C8B-B14F-4D97-AF65-F5344CB8AC3E}">
        <p14:creationId xmlns:p14="http://schemas.microsoft.com/office/powerpoint/2010/main" val="1596053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B7C41-2E8F-912D-DE0B-569A2651827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89282D-A21A-3E0C-B673-2F4AE5E76800}"/>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4" name="TextBox 3">
            <a:extLst>
              <a:ext uri="{FF2B5EF4-FFF2-40B4-BE49-F238E27FC236}">
                <a16:creationId xmlns:a16="http://schemas.microsoft.com/office/drawing/2014/main" id="{44228E11-FB4E-14FF-6BD1-B7E939DC99B1}"/>
              </a:ext>
            </a:extLst>
          </p:cNvPr>
          <p:cNvSpPr txBox="1"/>
          <p:nvPr/>
        </p:nvSpPr>
        <p:spPr>
          <a:xfrm>
            <a:off x="646547" y="1085886"/>
            <a:ext cx="9836727" cy="707886"/>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PPS 6-PROBLEM 3:</a:t>
            </a:r>
          </a:p>
          <a:p>
            <a:pPr algn="just"/>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1824A47-3D33-E0C9-DB46-C252512C226C}"/>
              </a:ext>
            </a:extLst>
          </p:cNvPr>
          <p:cNvPicPr>
            <a:picLocks noChangeAspect="1"/>
          </p:cNvPicPr>
          <p:nvPr/>
        </p:nvPicPr>
        <p:blipFill>
          <a:blip r:embed="rId4"/>
          <a:stretch>
            <a:fillRect/>
          </a:stretch>
        </p:blipFill>
        <p:spPr>
          <a:xfrm>
            <a:off x="741873" y="1980046"/>
            <a:ext cx="10868463" cy="2416463"/>
          </a:xfrm>
          <a:prstGeom prst="rect">
            <a:avLst/>
          </a:prstGeom>
        </p:spPr>
      </p:pic>
    </p:spTree>
    <p:extLst>
      <p:ext uri="{BB962C8B-B14F-4D97-AF65-F5344CB8AC3E}">
        <p14:creationId xmlns:p14="http://schemas.microsoft.com/office/powerpoint/2010/main" val="4283097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B10C6-ED6F-A1A4-FCCC-5F3170363B5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0D65BC0-6621-7BEF-ED6F-C33A6A4FDF87}"/>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3" name="TextBox 2">
            <a:extLst>
              <a:ext uri="{FF2B5EF4-FFF2-40B4-BE49-F238E27FC236}">
                <a16:creationId xmlns:a16="http://schemas.microsoft.com/office/drawing/2014/main" id="{5AD4EB33-3108-A1FA-AB14-8F46408F214C}"/>
              </a:ext>
            </a:extLst>
          </p:cNvPr>
          <p:cNvSpPr txBox="1"/>
          <p:nvPr/>
        </p:nvSpPr>
        <p:spPr>
          <a:xfrm>
            <a:off x="1059892" y="152509"/>
            <a:ext cx="8035636" cy="6247864"/>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Example :</a:t>
            </a:r>
          </a:p>
          <a:p>
            <a:r>
              <a:rPr lang="en-IN" sz="2000" dirty="0">
                <a:latin typeface="Times New Roman" panose="02020603050405020304" pitchFamily="18" charset="0"/>
                <a:cs typeface="Times New Roman" panose="02020603050405020304" pitchFamily="18" charset="0"/>
              </a:rPr>
              <a:t>Input activities (</a:t>
            </a:r>
            <a:r>
              <a:rPr lang="en-IN" sz="2000" dirty="0" err="1">
                <a:latin typeface="Times New Roman" panose="02020603050405020304" pitchFamily="18" charset="0"/>
                <a:cs typeface="Times New Roman" panose="02020603050405020304" pitchFamily="18" charset="0"/>
              </a:rPr>
              <a:t>s,f</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(1,4), (3,5), (0,6), (5,7), (3,9),</a:t>
            </a:r>
          </a:p>
          <a:p>
            <a:r>
              <a:rPr lang="en-IN" sz="2000" dirty="0">
                <a:latin typeface="Times New Roman" panose="02020603050405020304" pitchFamily="18" charset="0"/>
                <a:cs typeface="Times New Roman" panose="02020603050405020304" pitchFamily="18" charset="0"/>
              </a:rPr>
              <a:t>(5,9), (6,10), (8,11), (8,12), (2,14), (12,16)</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Sorted by start (descending):</a:t>
            </a:r>
          </a:p>
          <a:p>
            <a:r>
              <a:rPr lang="en-IN" sz="2000" dirty="0">
                <a:latin typeface="Times New Roman" panose="02020603050405020304" pitchFamily="18" charset="0"/>
                <a:cs typeface="Times New Roman" panose="02020603050405020304" pitchFamily="18" charset="0"/>
              </a:rPr>
              <a:t>(12,16), (8,11), (8,12), (6,10), (5,7), (5,9),</a:t>
            </a:r>
          </a:p>
          <a:p>
            <a:r>
              <a:rPr lang="en-IN" sz="2000" dirty="0">
                <a:latin typeface="Times New Roman" panose="02020603050405020304" pitchFamily="18" charset="0"/>
                <a:cs typeface="Times New Roman" panose="02020603050405020304" pitchFamily="18" charset="0"/>
              </a:rPr>
              <a:t>(3,5), (3,9), (2,14), (1,4), (0,6)</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Pick (12,16) → </a:t>
            </a:r>
            <a:r>
              <a:rPr lang="en-US" sz="2000" dirty="0" err="1">
                <a:latin typeface="Times New Roman" panose="02020603050405020304" pitchFamily="18" charset="0"/>
                <a:cs typeface="Times New Roman" panose="02020603050405020304" pitchFamily="18" charset="0"/>
              </a:rPr>
              <a:t>last_start</a:t>
            </a:r>
            <a:r>
              <a:rPr lang="en-US" sz="2000" dirty="0">
                <a:latin typeface="Times New Roman" panose="02020603050405020304" pitchFamily="18" charset="0"/>
                <a:cs typeface="Times New Roman" panose="02020603050405020304" pitchFamily="18" charset="0"/>
              </a:rPr>
              <a:t> = 12</a:t>
            </a:r>
          </a:p>
          <a:p>
            <a:r>
              <a:rPr lang="en-US" sz="2000" dirty="0">
                <a:latin typeface="Times New Roman" panose="02020603050405020304" pitchFamily="18" charset="0"/>
                <a:cs typeface="Times New Roman" panose="02020603050405020304" pitchFamily="18" charset="0"/>
              </a:rPr>
              <a:t>Pick (8,11) (11 ≤ 12) → </a:t>
            </a:r>
            <a:r>
              <a:rPr lang="en-US" sz="2000" dirty="0" err="1">
                <a:latin typeface="Times New Roman" panose="02020603050405020304" pitchFamily="18" charset="0"/>
                <a:cs typeface="Times New Roman" panose="02020603050405020304" pitchFamily="18" charset="0"/>
              </a:rPr>
              <a:t>last_start</a:t>
            </a:r>
            <a:r>
              <a:rPr lang="en-US" sz="2000" dirty="0">
                <a:latin typeface="Times New Roman" panose="02020603050405020304" pitchFamily="18" charset="0"/>
                <a:cs typeface="Times New Roman" panose="02020603050405020304" pitchFamily="18" charset="0"/>
              </a:rPr>
              <a:t> = 8</a:t>
            </a:r>
          </a:p>
          <a:p>
            <a:r>
              <a:rPr lang="en-US" sz="2000" dirty="0">
                <a:latin typeface="Times New Roman" panose="02020603050405020304" pitchFamily="18" charset="0"/>
                <a:cs typeface="Times New Roman" panose="02020603050405020304" pitchFamily="18" charset="0"/>
              </a:rPr>
              <a:t>Skip (8,12) (12 ≤ 8 false)</a:t>
            </a:r>
          </a:p>
          <a:p>
            <a:r>
              <a:rPr lang="en-US" sz="2000" dirty="0">
                <a:latin typeface="Times New Roman" panose="02020603050405020304" pitchFamily="18" charset="0"/>
                <a:cs typeface="Times New Roman" panose="02020603050405020304" pitchFamily="18" charset="0"/>
              </a:rPr>
              <a:t>Skip (6,10) (10 ≤ 8 false)</a:t>
            </a:r>
          </a:p>
          <a:p>
            <a:r>
              <a:rPr lang="en-US" sz="2000" dirty="0">
                <a:latin typeface="Times New Roman" panose="02020603050405020304" pitchFamily="18" charset="0"/>
                <a:cs typeface="Times New Roman" panose="02020603050405020304" pitchFamily="18" charset="0"/>
              </a:rPr>
              <a:t>Pick (5,7) (7 ≤ 8) → </a:t>
            </a:r>
            <a:r>
              <a:rPr lang="en-US" sz="2000" dirty="0" err="1">
                <a:latin typeface="Times New Roman" panose="02020603050405020304" pitchFamily="18" charset="0"/>
                <a:cs typeface="Times New Roman" panose="02020603050405020304" pitchFamily="18" charset="0"/>
              </a:rPr>
              <a:t>last_start</a:t>
            </a:r>
            <a:r>
              <a:rPr lang="en-US" sz="2000" dirty="0">
                <a:latin typeface="Times New Roman" panose="02020603050405020304" pitchFamily="18" charset="0"/>
                <a:cs typeface="Times New Roman" panose="02020603050405020304" pitchFamily="18" charset="0"/>
              </a:rPr>
              <a:t> = 5</a:t>
            </a:r>
          </a:p>
          <a:p>
            <a:r>
              <a:rPr lang="en-US" sz="2000" dirty="0">
                <a:latin typeface="Times New Roman" panose="02020603050405020304" pitchFamily="18" charset="0"/>
                <a:cs typeface="Times New Roman" panose="02020603050405020304" pitchFamily="18" charset="0"/>
              </a:rPr>
              <a:t>Skip (5,9)</a:t>
            </a:r>
          </a:p>
          <a:p>
            <a:r>
              <a:rPr lang="en-US" sz="2000" dirty="0">
                <a:latin typeface="Times New Roman" panose="02020603050405020304" pitchFamily="18" charset="0"/>
                <a:cs typeface="Times New Roman" panose="02020603050405020304" pitchFamily="18" charset="0"/>
              </a:rPr>
              <a:t>Pick (3,5) (5 ≤ 5) → </a:t>
            </a:r>
            <a:r>
              <a:rPr lang="en-US" sz="2000" dirty="0" err="1">
                <a:latin typeface="Times New Roman" panose="02020603050405020304" pitchFamily="18" charset="0"/>
                <a:cs typeface="Times New Roman" panose="02020603050405020304" pitchFamily="18" charset="0"/>
              </a:rPr>
              <a:t>last_start</a:t>
            </a:r>
            <a:r>
              <a:rPr lang="en-US" sz="2000" dirty="0">
                <a:latin typeface="Times New Roman" panose="02020603050405020304" pitchFamily="18" charset="0"/>
                <a:cs typeface="Times New Roman" panose="02020603050405020304" pitchFamily="18" charset="0"/>
              </a:rPr>
              <a:t> = 3</a:t>
            </a:r>
          </a:p>
          <a:p>
            <a:r>
              <a:rPr lang="en-US" sz="2000" dirty="0">
                <a:latin typeface="Times New Roman" panose="02020603050405020304" pitchFamily="18" charset="0"/>
                <a:cs typeface="Times New Roman" panose="02020603050405020304" pitchFamily="18" charset="0"/>
              </a:rPr>
              <a:t>rest are rejected</a:t>
            </a:r>
          </a:p>
          <a:p>
            <a:r>
              <a:rPr lang="en-US" sz="2000" dirty="0">
                <a:latin typeface="Times New Roman" panose="02020603050405020304" pitchFamily="18" charset="0"/>
                <a:cs typeface="Times New Roman" panose="02020603050405020304" pitchFamily="18" charset="0"/>
              </a:rPr>
              <a:t>Selected set = (12,16), (8,11), (5,7), (3,5) — 4 activities, which is maximum</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5124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132B6-3674-3D8D-5C5D-E32DB4D8FA8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72EED49-9483-9B32-A7E0-DE4190350B64}"/>
              </a:ext>
            </a:extLst>
          </p:cNvPr>
          <p:cNvPicPr>
            <a:picLocks noChangeAspect="1"/>
          </p:cNvPicPr>
          <p:nvPr/>
        </p:nvPicPr>
        <p:blipFill>
          <a:blip r:embed="rId3"/>
          <a:srcRect t="2613"/>
          <a:stretch>
            <a:fillRect/>
          </a:stretch>
        </p:blipFill>
        <p:spPr>
          <a:xfrm>
            <a:off x="10155419" y="72680"/>
            <a:ext cx="1990399" cy="666229"/>
          </a:xfrm>
          <a:prstGeom prst="rect">
            <a:avLst/>
          </a:prstGeom>
        </p:spPr>
      </p:pic>
      <p:pic>
        <p:nvPicPr>
          <p:cNvPr id="4" name="Picture 3">
            <a:extLst>
              <a:ext uri="{FF2B5EF4-FFF2-40B4-BE49-F238E27FC236}">
                <a16:creationId xmlns:a16="http://schemas.microsoft.com/office/drawing/2014/main" id="{E2494350-BA61-E274-4BA5-7DC8BA53AE35}"/>
              </a:ext>
            </a:extLst>
          </p:cNvPr>
          <p:cNvPicPr>
            <a:picLocks noChangeAspect="1"/>
          </p:cNvPicPr>
          <p:nvPr/>
        </p:nvPicPr>
        <p:blipFill>
          <a:blip r:embed="rId4"/>
          <a:stretch>
            <a:fillRect/>
          </a:stretch>
        </p:blipFill>
        <p:spPr>
          <a:xfrm>
            <a:off x="0" y="1604368"/>
            <a:ext cx="11128917" cy="4034674"/>
          </a:xfrm>
          <a:prstGeom prst="rect">
            <a:avLst/>
          </a:prstGeom>
        </p:spPr>
      </p:pic>
      <p:pic>
        <p:nvPicPr>
          <p:cNvPr id="7" name="Picture 6">
            <a:extLst>
              <a:ext uri="{FF2B5EF4-FFF2-40B4-BE49-F238E27FC236}">
                <a16:creationId xmlns:a16="http://schemas.microsoft.com/office/drawing/2014/main" id="{97618A90-E63D-4A93-071B-5FC3B2727E5E}"/>
              </a:ext>
            </a:extLst>
          </p:cNvPr>
          <p:cNvPicPr>
            <a:picLocks noChangeAspect="1"/>
          </p:cNvPicPr>
          <p:nvPr/>
        </p:nvPicPr>
        <p:blipFill>
          <a:blip r:embed="rId5"/>
          <a:stretch>
            <a:fillRect/>
          </a:stretch>
        </p:blipFill>
        <p:spPr>
          <a:xfrm>
            <a:off x="678036" y="877767"/>
            <a:ext cx="3459066" cy="682382"/>
          </a:xfrm>
          <a:prstGeom prst="rect">
            <a:avLst/>
          </a:prstGeom>
        </p:spPr>
      </p:pic>
    </p:spTree>
    <p:extLst>
      <p:ext uri="{BB962C8B-B14F-4D97-AF65-F5344CB8AC3E}">
        <p14:creationId xmlns:p14="http://schemas.microsoft.com/office/powerpoint/2010/main" val="3913296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315C-10FE-13AD-8FE3-32C19AA4CC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666C0DA-903B-22BC-C6ED-ACAD305F3243}"/>
              </a:ext>
            </a:extLst>
          </p:cNvPr>
          <p:cNvPicPr>
            <a:picLocks noChangeAspect="1"/>
          </p:cNvPicPr>
          <p:nvPr/>
        </p:nvPicPr>
        <p:blipFill>
          <a:blip r:embed="rId3"/>
          <a:srcRect t="2613"/>
          <a:stretch>
            <a:fillRect/>
          </a:stretch>
        </p:blipFill>
        <p:spPr>
          <a:xfrm>
            <a:off x="10155419" y="72680"/>
            <a:ext cx="1990399" cy="666229"/>
          </a:xfrm>
          <a:prstGeom prst="rect">
            <a:avLst/>
          </a:prstGeom>
        </p:spPr>
      </p:pic>
      <p:pic>
        <p:nvPicPr>
          <p:cNvPr id="7" name="Picture 6">
            <a:extLst>
              <a:ext uri="{FF2B5EF4-FFF2-40B4-BE49-F238E27FC236}">
                <a16:creationId xmlns:a16="http://schemas.microsoft.com/office/drawing/2014/main" id="{6A4F6764-C212-102E-83D1-E72D55B15DFB}"/>
              </a:ext>
            </a:extLst>
          </p:cNvPr>
          <p:cNvPicPr>
            <a:picLocks noChangeAspect="1"/>
          </p:cNvPicPr>
          <p:nvPr/>
        </p:nvPicPr>
        <p:blipFill>
          <a:blip r:embed="rId4"/>
          <a:stretch>
            <a:fillRect/>
          </a:stretch>
        </p:blipFill>
        <p:spPr>
          <a:xfrm>
            <a:off x="678036" y="877767"/>
            <a:ext cx="3459066" cy="682382"/>
          </a:xfrm>
          <a:prstGeom prst="rect">
            <a:avLst/>
          </a:prstGeom>
        </p:spPr>
      </p:pic>
      <p:pic>
        <p:nvPicPr>
          <p:cNvPr id="3" name="Picture 2">
            <a:extLst>
              <a:ext uri="{FF2B5EF4-FFF2-40B4-BE49-F238E27FC236}">
                <a16:creationId xmlns:a16="http://schemas.microsoft.com/office/drawing/2014/main" id="{0F12095B-C58B-FD3E-4E11-3697A3565B2D}"/>
              </a:ext>
            </a:extLst>
          </p:cNvPr>
          <p:cNvPicPr>
            <a:picLocks noChangeAspect="1"/>
          </p:cNvPicPr>
          <p:nvPr/>
        </p:nvPicPr>
        <p:blipFill>
          <a:blip r:embed="rId5"/>
          <a:stretch>
            <a:fillRect/>
          </a:stretch>
        </p:blipFill>
        <p:spPr>
          <a:xfrm>
            <a:off x="440391" y="2104839"/>
            <a:ext cx="10895090" cy="2753487"/>
          </a:xfrm>
          <a:prstGeom prst="rect">
            <a:avLst/>
          </a:prstGeom>
        </p:spPr>
      </p:pic>
    </p:spTree>
    <p:extLst>
      <p:ext uri="{BB962C8B-B14F-4D97-AF65-F5344CB8AC3E}">
        <p14:creationId xmlns:p14="http://schemas.microsoft.com/office/powerpoint/2010/main" val="3636917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18D24-563D-C327-5614-CB46D752887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B0B421C-BEF0-5767-B071-B2AB4CCFE72D}"/>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11" name="TextBox 10">
            <a:extLst>
              <a:ext uri="{FF2B5EF4-FFF2-40B4-BE49-F238E27FC236}">
                <a16:creationId xmlns:a16="http://schemas.microsoft.com/office/drawing/2014/main" id="{88A44190-BE5A-CFEE-2567-CD51845B249B}"/>
              </a:ext>
            </a:extLst>
          </p:cNvPr>
          <p:cNvSpPr txBox="1"/>
          <p:nvPr/>
        </p:nvSpPr>
        <p:spPr>
          <a:xfrm>
            <a:off x="277091" y="458956"/>
            <a:ext cx="5384801" cy="594008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000" dirty="0">
                <a:latin typeface="Times New Roman" panose="02020603050405020304" pitchFamily="18" charset="0"/>
                <a:cs typeface="Times New Roman" panose="02020603050405020304" pitchFamily="18" charset="0"/>
              </a:rPr>
              <a:t>function </a:t>
            </a:r>
            <a:r>
              <a:rPr lang="en-IN" sz="2000" dirty="0" err="1">
                <a:latin typeface="Times New Roman" panose="02020603050405020304" pitchFamily="18" charset="0"/>
                <a:cs typeface="Times New Roman" panose="02020603050405020304" pitchFamily="18" charset="0"/>
              </a:rPr>
              <a:t>SolveSudoku</a:t>
            </a:r>
            <a:r>
              <a:rPr lang="en-IN" sz="2000" dirty="0">
                <a:latin typeface="Times New Roman" panose="02020603050405020304" pitchFamily="18" charset="0"/>
                <a:cs typeface="Times New Roman" panose="02020603050405020304" pitchFamily="18" charset="0"/>
              </a:rPr>
              <a:t>(board):</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if there is no empty cell:</a:t>
            </a:r>
          </a:p>
          <a:p>
            <a:r>
              <a:rPr lang="en-IN" sz="2000" dirty="0">
                <a:latin typeface="Times New Roman" panose="02020603050405020304" pitchFamily="18" charset="0"/>
                <a:cs typeface="Times New Roman" panose="02020603050405020304" pitchFamily="18" charset="0"/>
              </a:rPr>
              <a:t>        return True   // Sudoku solved</a:t>
            </a:r>
          </a:p>
          <a:p>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(row, col) = next empty cell</a:t>
            </a:r>
          </a:p>
          <a:p>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for </a:t>
            </a:r>
            <a:r>
              <a:rPr lang="en-IN" sz="2000" dirty="0" err="1">
                <a:latin typeface="Times New Roman" panose="02020603050405020304" pitchFamily="18" charset="0"/>
                <a:cs typeface="Times New Roman" panose="02020603050405020304" pitchFamily="18" charset="0"/>
              </a:rPr>
              <a:t>num</a:t>
            </a:r>
            <a:r>
              <a:rPr lang="en-IN" sz="2000" dirty="0">
                <a:latin typeface="Times New Roman" panose="02020603050405020304" pitchFamily="18" charset="0"/>
                <a:cs typeface="Times New Roman" panose="02020603050405020304" pitchFamily="18" charset="0"/>
              </a:rPr>
              <a:t> in 1 to 9:</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if </a:t>
            </a:r>
            <a:r>
              <a:rPr lang="en-IN" sz="2000" dirty="0" err="1">
                <a:latin typeface="Times New Roman" panose="02020603050405020304" pitchFamily="18" charset="0"/>
                <a:cs typeface="Times New Roman" panose="02020603050405020304" pitchFamily="18" charset="0"/>
              </a:rPr>
              <a:t>isSafe</a:t>
            </a:r>
            <a:r>
              <a:rPr lang="en-IN" sz="2000" dirty="0">
                <a:latin typeface="Times New Roman" panose="02020603050405020304" pitchFamily="18" charset="0"/>
                <a:cs typeface="Times New Roman" panose="02020603050405020304" pitchFamily="18" charset="0"/>
              </a:rPr>
              <a:t>(board, row, col, </a:t>
            </a:r>
            <a:r>
              <a:rPr lang="en-IN" sz="2000" dirty="0" err="1">
                <a:latin typeface="Times New Roman" panose="02020603050405020304" pitchFamily="18" charset="0"/>
                <a:cs typeface="Times New Roman" panose="02020603050405020304" pitchFamily="18" charset="0"/>
              </a:rPr>
              <a:t>num</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board[row][col] = </a:t>
            </a:r>
            <a:r>
              <a:rPr lang="en-IN" sz="2000" dirty="0" err="1">
                <a:latin typeface="Times New Roman" panose="02020603050405020304" pitchFamily="18" charset="0"/>
                <a:cs typeface="Times New Roman" panose="02020603050405020304" pitchFamily="18" charset="0"/>
              </a:rPr>
              <a:t>num</a:t>
            </a:r>
            <a:r>
              <a:rPr lang="en-IN" sz="2000" dirty="0">
                <a:latin typeface="Times New Roman" panose="02020603050405020304" pitchFamily="18" charset="0"/>
                <a:cs typeface="Times New Roman" panose="02020603050405020304" pitchFamily="18" charset="0"/>
              </a:rPr>
              <a:t>   // place number</a:t>
            </a:r>
          </a:p>
          <a:p>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if </a:t>
            </a:r>
            <a:r>
              <a:rPr lang="en-IN" sz="2000" dirty="0" err="1">
                <a:latin typeface="Times New Roman" panose="02020603050405020304" pitchFamily="18" charset="0"/>
                <a:cs typeface="Times New Roman" panose="02020603050405020304" pitchFamily="18" charset="0"/>
              </a:rPr>
              <a:t>SolveSudoku</a:t>
            </a:r>
            <a:r>
              <a:rPr lang="en-IN" sz="2000" dirty="0">
                <a:latin typeface="Times New Roman" panose="02020603050405020304" pitchFamily="18" charset="0"/>
                <a:cs typeface="Times New Roman" panose="02020603050405020304" pitchFamily="18" charset="0"/>
              </a:rPr>
              <a:t>(board):</a:t>
            </a:r>
          </a:p>
          <a:p>
            <a:r>
              <a:rPr lang="en-IN" sz="2000" dirty="0">
                <a:latin typeface="Times New Roman" panose="02020603050405020304" pitchFamily="18" charset="0"/>
                <a:cs typeface="Times New Roman" panose="02020603050405020304" pitchFamily="18" charset="0"/>
              </a:rPr>
              <a:t>                return True   // solved recursively</a:t>
            </a:r>
          </a:p>
          <a:p>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board[row][col] = 0  // backtrack</a:t>
            </a:r>
          </a:p>
          <a:p>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return False</a:t>
            </a:r>
          </a:p>
        </p:txBody>
      </p:sp>
      <p:sp>
        <p:nvSpPr>
          <p:cNvPr id="15" name="TextBox 14">
            <a:extLst>
              <a:ext uri="{FF2B5EF4-FFF2-40B4-BE49-F238E27FC236}">
                <a16:creationId xmlns:a16="http://schemas.microsoft.com/office/drawing/2014/main" id="{5C7C4897-9C82-48C1-1D2F-B21D87A83894}"/>
              </a:ext>
            </a:extLst>
          </p:cNvPr>
          <p:cNvSpPr txBox="1"/>
          <p:nvPr/>
        </p:nvSpPr>
        <p:spPr>
          <a:xfrm>
            <a:off x="6095999" y="458956"/>
            <a:ext cx="5569527" cy="594008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000" dirty="0">
                <a:latin typeface="Times New Roman" panose="02020603050405020304" pitchFamily="18" charset="0"/>
                <a:cs typeface="Times New Roman" panose="02020603050405020304" pitchFamily="18" charset="0"/>
              </a:rPr>
              <a:t>function </a:t>
            </a:r>
            <a:r>
              <a:rPr lang="en-IN" sz="2000" dirty="0" err="1">
                <a:latin typeface="Times New Roman" panose="02020603050405020304" pitchFamily="18" charset="0"/>
                <a:cs typeface="Times New Roman" panose="02020603050405020304" pitchFamily="18" charset="0"/>
              </a:rPr>
              <a:t>isSafe</a:t>
            </a:r>
            <a:r>
              <a:rPr lang="en-IN" sz="2000" dirty="0">
                <a:latin typeface="Times New Roman" panose="02020603050405020304" pitchFamily="18" charset="0"/>
                <a:cs typeface="Times New Roman" panose="02020603050405020304" pitchFamily="18" charset="0"/>
              </a:rPr>
              <a:t>(board, row, col, </a:t>
            </a:r>
            <a:r>
              <a:rPr lang="en-IN" sz="2000" dirty="0" err="1">
                <a:latin typeface="Times New Roman" panose="02020603050405020304" pitchFamily="18" charset="0"/>
                <a:cs typeface="Times New Roman" panose="02020603050405020304" pitchFamily="18" charset="0"/>
              </a:rPr>
              <a:t>num</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 Check row</a:t>
            </a:r>
          </a:p>
          <a:p>
            <a:r>
              <a:rPr lang="en-IN" sz="2000" dirty="0">
                <a:latin typeface="Times New Roman" panose="02020603050405020304" pitchFamily="18" charset="0"/>
                <a:cs typeface="Times New Roman" panose="02020603050405020304" pitchFamily="18" charset="0"/>
              </a:rPr>
              <a:t>    if </a:t>
            </a:r>
            <a:r>
              <a:rPr lang="en-IN" sz="2000" dirty="0" err="1">
                <a:latin typeface="Times New Roman" panose="02020603050405020304" pitchFamily="18" charset="0"/>
                <a:cs typeface="Times New Roman" panose="02020603050405020304" pitchFamily="18" charset="0"/>
              </a:rPr>
              <a:t>num</a:t>
            </a:r>
            <a:r>
              <a:rPr lang="en-IN" sz="2000" dirty="0">
                <a:latin typeface="Times New Roman" panose="02020603050405020304" pitchFamily="18" charset="0"/>
                <a:cs typeface="Times New Roman" panose="02020603050405020304" pitchFamily="18" charset="0"/>
              </a:rPr>
              <a:t> in board[row]:</a:t>
            </a:r>
          </a:p>
          <a:p>
            <a:r>
              <a:rPr lang="en-IN" sz="2000" dirty="0">
                <a:latin typeface="Times New Roman" panose="02020603050405020304" pitchFamily="18" charset="0"/>
                <a:cs typeface="Times New Roman" panose="02020603050405020304" pitchFamily="18" charset="0"/>
              </a:rPr>
              <a:t>        return False</a:t>
            </a:r>
          </a:p>
          <a:p>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 Check column</a:t>
            </a:r>
          </a:p>
          <a:p>
            <a:r>
              <a:rPr lang="en-IN" sz="2000" dirty="0">
                <a:latin typeface="Times New Roman" panose="02020603050405020304" pitchFamily="18" charset="0"/>
                <a:cs typeface="Times New Roman" panose="02020603050405020304" pitchFamily="18" charset="0"/>
              </a:rPr>
              <a:t>    if </a:t>
            </a:r>
            <a:r>
              <a:rPr lang="en-IN" sz="2000" dirty="0" err="1">
                <a:latin typeface="Times New Roman" panose="02020603050405020304" pitchFamily="18" charset="0"/>
                <a:cs typeface="Times New Roman" panose="02020603050405020304" pitchFamily="18" charset="0"/>
              </a:rPr>
              <a:t>num</a:t>
            </a:r>
            <a:r>
              <a:rPr lang="en-IN" sz="2000" dirty="0">
                <a:latin typeface="Times New Roman" panose="02020603050405020304" pitchFamily="18" charset="0"/>
                <a:cs typeface="Times New Roman" panose="02020603050405020304" pitchFamily="18" charset="0"/>
              </a:rPr>
              <a:t> in board[</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][col] for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in 0..8:</a:t>
            </a:r>
          </a:p>
          <a:p>
            <a:r>
              <a:rPr lang="en-IN" sz="2000" dirty="0">
                <a:latin typeface="Times New Roman" panose="02020603050405020304" pitchFamily="18" charset="0"/>
                <a:cs typeface="Times New Roman" panose="02020603050405020304" pitchFamily="18" charset="0"/>
              </a:rPr>
              <a:t>        return False</a:t>
            </a:r>
          </a:p>
          <a:p>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 Check 3x3 </a:t>
            </a:r>
            <a:r>
              <a:rPr lang="en-IN" sz="2000" dirty="0" err="1">
                <a:latin typeface="Times New Roman" panose="02020603050405020304" pitchFamily="18" charset="0"/>
                <a:cs typeface="Times New Roman" panose="02020603050405020304" pitchFamily="18" charset="0"/>
              </a:rPr>
              <a:t>subgrid</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startRow</a:t>
            </a:r>
            <a:r>
              <a:rPr lang="en-IN" sz="2000" dirty="0">
                <a:latin typeface="Times New Roman" panose="02020603050405020304" pitchFamily="18" charset="0"/>
                <a:cs typeface="Times New Roman" panose="02020603050405020304" pitchFamily="18" charset="0"/>
              </a:rPr>
              <a:t> = row - row % 3</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startCol</a:t>
            </a:r>
            <a:r>
              <a:rPr lang="en-IN" sz="2000" dirty="0">
                <a:latin typeface="Times New Roman" panose="02020603050405020304" pitchFamily="18" charset="0"/>
                <a:cs typeface="Times New Roman" panose="02020603050405020304" pitchFamily="18" charset="0"/>
              </a:rPr>
              <a:t> = col - col % 3</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for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in 0..2:</a:t>
            </a:r>
          </a:p>
          <a:p>
            <a:r>
              <a:rPr lang="en-IN" sz="2000" dirty="0">
                <a:latin typeface="Times New Roman" panose="02020603050405020304" pitchFamily="18" charset="0"/>
                <a:cs typeface="Times New Roman" panose="02020603050405020304" pitchFamily="18" charset="0"/>
              </a:rPr>
              <a:t>        for j in 0..2:</a:t>
            </a:r>
          </a:p>
          <a:p>
            <a:r>
              <a:rPr lang="en-IN" sz="2000" dirty="0">
                <a:latin typeface="Times New Roman" panose="02020603050405020304" pitchFamily="18" charset="0"/>
                <a:cs typeface="Times New Roman" panose="02020603050405020304" pitchFamily="18" charset="0"/>
              </a:rPr>
              <a:t>            if board[</a:t>
            </a:r>
            <a:r>
              <a:rPr lang="en-IN" sz="2000" dirty="0" err="1">
                <a:latin typeface="Times New Roman" panose="02020603050405020304" pitchFamily="18" charset="0"/>
                <a:cs typeface="Times New Roman" panose="02020603050405020304" pitchFamily="18" charset="0"/>
              </a:rPr>
              <a:t>startRow</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startCol</a:t>
            </a:r>
            <a:r>
              <a:rPr lang="en-IN" sz="2000" dirty="0">
                <a:latin typeface="Times New Roman" panose="02020603050405020304" pitchFamily="18" charset="0"/>
                <a:cs typeface="Times New Roman" panose="02020603050405020304" pitchFamily="18" charset="0"/>
              </a:rPr>
              <a:t> + j] == </a:t>
            </a:r>
            <a:r>
              <a:rPr lang="en-IN" sz="2000" dirty="0" err="1">
                <a:latin typeface="Times New Roman" panose="02020603050405020304" pitchFamily="18" charset="0"/>
                <a:cs typeface="Times New Roman" panose="02020603050405020304" pitchFamily="18" charset="0"/>
              </a:rPr>
              <a:t>num</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return False</a:t>
            </a:r>
          </a:p>
          <a:p>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return True</a:t>
            </a:r>
          </a:p>
        </p:txBody>
      </p:sp>
    </p:spTree>
    <p:extLst>
      <p:ext uri="{BB962C8B-B14F-4D97-AF65-F5344CB8AC3E}">
        <p14:creationId xmlns:p14="http://schemas.microsoft.com/office/powerpoint/2010/main" val="1709130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A8CDA-9C96-57F6-CAC4-3351222F8E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A23AFFE-A48D-6BEC-56BF-C563E1B1E982}"/>
              </a:ext>
            </a:extLst>
          </p:cNvPr>
          <p:cNvPicPr>
            <a:picLocks noChangeAspect="1"/>
          </p:cNvPicPr>
          <p:nvPr/>
        </p:nvPicPr>
        <p:blipFill>
          <a:blip r:embed="rId3"/>
          <a:srcRect t="2613"/>
          <a:stretch>
            <a:fillRect/>
          </a:stretch>
        </p:blipFill>
        <p:spPr>
          <a:xfrm>
            <a:off x="10155419" y="72680"/>
            <a:ext cx="1990399" cy="666229"/>
          </a:xfrm>
          <a:prstGeom prst="rect">
            <a:avLst/>
          </a:prstGeom>
        </p:spPr>
      </p:pic>
      <p:pic>
        <p:nvPicPr>
          <p:cNvPr id="7" name="Picture 6">
            <a:extLst>
              <a:ext uri="{FF2B5EF4-FFF2-40B4-BE49-F238E27FC236}">
                <a16:creationId xmlns:a16="http://schemas.microsoft.com/office/drawing/2014/main" id="{D026FEB4-CA63-70B7-A422-E746092BE2DE}"/>
              </a:ext>
            </a:extLst>
          </p:cNvPr>
          <p:cNvPicPr>
            <a:picLocks noChangeAspect="1"/>
          </p:cNvPicPr>
          <p:nvPr/>
        </p:nvPicPr>
        <p:blipFill>
          <a:blip r:embed="rId4"/>
          <a:stretch>
            <a:fillRect/>
          </a:stretch>
        </p:blipFill>
        <p:spPr>
          <a:xfrm>
            <a:off x="678036" y="877767"/>
            <a:ext cx="3459066" cy="682382"/>
          </a:xfrm>
          <a:prstGeom prst="rect">
            <a:avLst/>
          </a:prstGeom>
        </p:spPr>
      </p:pic>
      <p:pic>
        <p:nvPicPr>
          <p:cNvPr id="4" name="Picture 3">
            <a:extLst>
              <a:ext uri="{FF2B5EF4-FFF2-40B4-BE49-F238E27FC236}">
                <a16:creationId xmlns:a16="http://schemas.microsoft.com/office/drawing/2014/main" id="{DDF7CD91-016A-BFAF-82E0-B07BBB3605D6}"/>
              </a:ext>
            </a:extLst>
          </p:cNvPr>
          <p:cNvPicPr>
            <a:picLocks noChangeAspect="1"/>
          </p:cNvPicPr>
          <p:nvPr/>
        </p:nvPicPr>
        <p:blipFill>
          <a:blip r:embed="rId5"/>
          <a:stretch>
            <a:fillRect/>
          </a:stretch>
        </p:blipFill>
        <p:spPr>
          <a:xfrm>
            <a:off x="322143" y="1895722"/>
            <a:ext cx="11721998" cy="2475555"/>
          </a:xfrm>
          <a:prstGeom prst="rect">
            <a:avLst/>
          </a:prstGeom>
        </p:spPr>
      </p:pic>
    </p:spTree>
    <p:extLst>
      <p:ext uri="{BB962C8B-B14F-4D97-AF65-F5344CB8AC3E}">
        <p14:creationId xmlns:p14="http://schemas.microsoft.com/office/powerpoint/2010/main" val="46705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FE057-F351-80FE-091F-639447D4D96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2182B3-E6E7-8477-C99A-D6BA2F541CBC}"/>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11" name="TextBox 10">
            <a:extLst>
              <a:ext uri="{FF2B5EF4-FFF2-40B4-BE49-F238E27FC236}">
                <a16:creationId xmlns:a16="http://schemas.microsoft.com/office/drawing/2014/main" id="{F482C5DA-F3D6-4C2C-7457-207C108169DC}"/>
              </a:ext>
            </a:extLst>
          </p:cNvPr>
          <p:cNvSpPr txBox="1"/>
          <p:nvPr/>
        </p:nvSpPr>
        <p:spPr>
          <a:xfrm>
            <a:off x="230906" y="151179"/>
            <a:ext cx="6049821" cy="655564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Times New Roman" panose="02020603050405020304" pitchFamily="18" charset="0"/>
                <a:cs typeface="Times New Roman" panose="02020603050405020304" pitchFamily="18" charset="0"/>
              </a:rPr>
              <a:t>function </a:t>
            </a:r>
            <a:r>
              <a:rPr lang="en-US" sz="2000" dirty="0" err="1">
                <a:latin typeface="Times New Roman" panose="02020603050405020304" pitchFamily="18" charset="0"/>
                <a:cs typeface="Times New Roman" panose="02020603050405020304" pitchFamily="18" charset="0"/>
              </a:rPr>
              <a:t>graphColoring</a:t>
            </a:r>
            <a:r>
              <a:rPr lang="en-US" sz="2000" dirty="0">
                <a:latin typeface="Times New Roman" panose="02020603050405020304" pitchFamily="18" charset="0"/>
                <a:cs typeface="Times New Roman" panose="02020603050405020304" pitchFamily="18" charset="0"/>
              </a:rPr>
              <a:t>(G, m): </a:t>
            </a:r>
          </a:p>
          <a:p>
            <a:r>
              <a:rPr lang="en-US" sz="2000" dirty="0">
                <a:latin typeface="Times New Roman" panose="02020603050405020304" pitchFamily="18" charset="0"/>
                <a:cs typeface="Times New Roman" panose="02020603050405020304" pitchFamily="18" charset="0"/>
              </a:rPr>
              <a:t>    # G: graph, m: number of colors available</a:t>
            </a:r>
          </a:p>
          <a:p>
            <a:r>
              <a:rPr lang="en-US" sz="2000" dirty="0">
                <a:latin typeface="Times New Roman" panose="02020603050405020304" pitchFamily="18" charset="0"/>
                <a:cs typeface="Times New Roman" panose="02020603050405020304" pitchFamily="18" charset="0"/>
              </a:rPr>
              <a:t>    color[] = array of size |V| initialized to 0</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if </a:t>
            </a:r>
            <a:r>
              <a:rPr lang="en-US" sz="2000" dirty="0" err="1">
                <a:latin typeface="Times New Roman" panose="02020603050405020304" pitchFamily="18" charset="0"/>
                <a:cs typeface="Times New Roman" panose="02020603050405020304" pitchFamily="18" charset="0"/>
              </a:rPr>
              <a:t>solveColoring</a:t>
            </a:r>
            <a:r>
              <a:rPr lang="en-US" sz="2000" dirty="0">
                <a:latin typeface="Times New Roman" panose="02020603050405020304" pitchFamily="18" charset="0"/>
                <a:cs typeface="Times New Roman" panose="02020603050405020304" pitchFamily="18" charset="0"/>
              </a:rPr>
              <a:t>(G, m, color, 0) == true:</a:t>
            </a:r>
          </a:p>
          <a:p>
            <a:r>
              <a:rPr lang="en-US" sz="2000" dirty="0">
                <a:latin typeface="Times New Roman" panose="02020603050405020304" pitchFamily="18" charset="0"/>
                <a:cs typeface="Times New Roman" panose="02020603050405020304" pitchFamily="18" charset="0"/>
              </a:rPr>
              <a:t>        return color</a:t>
            </a:r>
          </a:p>
          <a:p>
            <a:r>
              <a:rPr lang="en-US" sz="2000" dirty="0">
                <a:latin typeface="Times New Roman" panose="02020603050405020304" pitchFamily="18" charset="0"/>
                <a:cs typeface="Times New Roman" panose="02020603050405020304" pitchFamily="18" charset="0"/>
              </a:rPr>
              <a:t>    else:</a:t>
            </a:r>
          </a:p>
          <a:p>
            <a:r>
              <a:rPr lang="en-US" sz="2000" dirty="0">
                <a:latin typeface="Times New Roman" panose="02020603050405020304" pitchFamily="18" charset="0"/>
                <a:cs typeface="Times New Roman" panose="02020603050405020304" pitchFamily="18" charset="0"/>
              </a:rPr>
              <a:t>        return "No solution"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function </a:t>
            </a:r>
            <a:r>
              <a:rPr lang="en-US" sz="2000" dirty="0" err="1">
                <a:latin typeface="Times New Roman" panose="02020603050405020304" pitchFamily="18" charset="0"/>
                <a:cs typeface="Times New Roman" panose="02020603050405020304" pitchFamily="18" charset="0"/>
              </a:rPr>
              <a:t>solveColoring</a:t>
            </a:r>
            <a:r>
              <a:rPr lang="en-US" sz="2000" dirty="0">
                <a:latin typeface="Times New Roman" panose="02020603050405020304" pitchFamily="18" charset="0"/>
                <a:cs typeface="Times New Roman" panose="02020603050405020304" pitchFamily="18" charset="0"/>
              </a:rPr>
              <a:t>(G, m, color, v):</a:t>
            </a:r>
          </a:p>
          <a:p>
            <a:r>
              <a:rPr lang="en-US" sz="2000" dirty="0">
                <a:latin typeface="Times New Roman" panose="02020603050405020304" pitchFamily="18" charset="0"/>
                <a:cs typeface="Times New Roman" panose="02020603050405020304" pitchFamily="18" charset="0"/>
              </a:rPr>
              <a:t>    if v == |V|:</a:t>
            </a:r>
          </a:p>
          <a:p>
            <a:r>
              <a:rPr lang="en-US" sz="2000" dirty="0">
                <a:latin typeface="Times New Roman" panose="02020603050405020304" pitchFamily="18" charset="0"/>
                <a:cs typeface="Times New Roman" panose="02020603050405020304" pitchFamily="18" charset="0"/>
              </a:rPr>
              <a:t>        return true   # all vertices colored</a:t>
            </a:r>
          </a:p>
          <a:p>
            <a:r>
              <a:rPr lang="en-US" sz="2000" dirty="0">
                <a:latin typeface="Times New Roman" panose="02020603050405020304" pitchFamily="18" charset="0"/>
                <a:cs typeface="Times New Roman" panose="02020603050405020304" pitchFamily="18" charset="0"/>
              </a:rPr>
              <a:t>for c in 1 to m:</a:t>
            </a:r>
          </a:p>
          <a:p>
            <a:r>
              <a:rPr lang="en-US" sz="2000" dirty="0">
                <a:latin typeface="Times New Roman" panose="02020603050405020304" pitchFamily="18" charset="0"/>
                <a:cs typeface="Times New Roman" panose="02020603050405020304" pitchFamily="18" charset="0"/>
              </a:rPr>
              <a:t>        if </a:t>
            </a:r>
            <a:r>
              <a:rPr lang="en-US" sz="2000" dirty="0" err="1">
                <a:latin typeface="Times New Roman" panose="02020603050405020304" pitchFamily="18" charset="0"/>
                <a:cs typeface="Times New Roman" panose="02020603050405020304" pitchFamily="18" charset="0"/>
              </a:rPr>
              <a:t>isSafe</a:t>
            </a:r>
            <a:r>
              <a:rPr lang="en-US" sz="2000" dirty="0">
                <a:latin typeface="Times New Roman" panose="02020603050405020304" pitchFamily="18" charset="0"/>
                <a:cs typeface="Times New Roman" panose="02020603050405020304" pitchFamily="18" charset="0"/>
              </a:rPr>
              <a:t>(G, v, color, c):</a:t>
            </a:r>
          </a:p>
          <a:p>
            <a:r>
              <a:rPr lang="en-US" sz="2000" dirty="0">
                <a:latin typeface="Times New Roman" panose="02020603050405020304" pitchFamily="18" charset="0"/>
                <a:cs typeface="Times New Roman" panose="02020603050405020304" pitchFamily="18" charset="0"/>
              </a:rPr>
              <a:t>            color[v] = c</a:t>
            </a:r>
          </a:p>
          <a:p>
            <a:r>
              <a:rPr lang="en-US" sz="2000" dirty="0">
                <a:latin typeface="Times New Roman" panose="02020603050405020304" pitchFamily="18" charset="0"/>
                <a:cs typeface="Times New Roman" panose="02020603050405020304" pitchFamily="18" charset="0"/>
              </a:rPr>
              <a:t>            if </a:t>
            </a:r>
            <a:r>
              <a:rPr lang="en-US" sz="2000" dirty="0" err="1">
                <a:latin typeface="Times New Roman" panose="02020603050405020304" pitchFamily="18" charset="0"/>
                <a:cs typeface="Times New Roman" panose="02020603050405020304" pitchFamily="18" charset="0"/>
              </a:rPr>
              <a:t>solveColoring</a:t>
            </a:r>
            <a:r>
              <a:rPr lang="en-US" sz="2000" dirty="0">
                <a:latin typeface="Times New Roman" panose="02020603050405020304" pitchFamily="18" charset="0"/>
                <a:cs typeface="Times New Roman" panose="02020603050405020304" pitchFamily="18" charset="0"/>
              </a:rPr>
              <a:t>(G, m, color, v+1):</a:t>
            </a:r>
          </a:p>
          <a:p>
            <a:r>
              <a:rPr lang="en-US" sz="2000" dirty="0">
                <a:latin typeface="Times New Roman" panose="02020603050405020304" pitchFamily="18" charset="0"/>
                <a:cs typeface="Times New Roman" panose="02020603050405020304" pitchFamily="18" charset="0"/>
              </a:rPr>
              <a:t>                return true</a:t>
            </a:r>
          </a:p>
          <a:p>
            <a:r>
              <a:rPr lang="en-US" sz="2000" dirty="0">
                <a:latin typeface="Times New Roman" panose="02020603050405020304" pitchFamily="18" charset="0"/>
                <a:cs typeface="Times New Roman" panose="02020603050405020304" pitchFamily="18" charset="0"/>
              </a:rPr>
              <a:t>            color[v] = 0   # backtrack</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false</a:t>
            </a:r>
          </a:p>
          <a:p>
            <a:endParaRPr lang="en-IN" sz="2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14BEA1A8-6A0D-713B-F0F7-75BC1A942BEB}"/>
              </a:ext>
            </a:extLst>
          </p:cNvPr>
          <p:cNvSpPr txBox="1"/>
          <p:nvPr/>
        </p:nvSpPr>
        <p:spPr>
          <a:xfrm>
            <a:off x="6391568" y="1604265"/>
            <a:ext cx="5264724" cy="163121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Times New Roman" panose="02020603050405020304" pitchFamily="18" charset="0"/>
                <a:cs typeface="Times New Roman" panose="02020603050405020304" pitchFamily="18" charset="0"/>
              </a:rPr>
              <a:t>function </a:t>
            </a:r>
            <a:r>
              <a:rPr lang="en-US" sz="2000" dirty="0" err="1">
                <a:latin typeface="Times New Roman" panose="02020603050405020304" pitchFamily="18" charset="0"/>
                <a:cs typeface="Times New Roman" panose="02020603050405020304" pitchFamily="18" charset="0"/>
              </a:rPr>
              <a:t>isSafe</a:t>
            </a:r>
            <a:r>
              <a:rPr lang="en-US" sz="2000" dirty="0">
                <a:latin typeface="Times New Roman" panose="02020603050405020304" pitchFamily="18" charset="0"/>
                <a:cs typeface="Times New Roman" panose="02020603050405020304" pitchFamily="18" charset="0"/>
              </a:rPr>
              <a:t>(G, v, color, c):</a:t>
            </a:r>
          </a:p>
          <a:p>
            <a:r>
              <a:rPr lang="en-US" sz="2000" dirty="0">
                <a:latin typeface="Times New Roman" panose="02020603050405020304" pitchFamily="18" charset="0"/>
                <a:cs typeface="Times New Roman" panose="02020603050405020304" pitchFamily="18" charset="0"/>
              </a:rPr>
              <a:t>    for each u in Adj[v]:</a:t>
            </a:r>
          </a:p>
          <a:p>
            <a:r>
              <a:rPr lang="en-US" sz="2000" dirty="0">
                <a:latin typeface="Times New Roman" panose="02020603050405020304" pitchFamily="18" charset="0"/>
                <a:cs typeface="Times New Roman" panose="02020603050405020304" pitchFamily="18" charset="0"/>
              </a:rPr>
              <a:t>        if color[u] == c:</a:t>
            </a:r>
          </a:p>
          <a:p>
            <a:r>
              <a:rPr lang="en-US" sz="2000" dirty="0">
                <a:latin typeface="Times New Roman" panose="02020603050405020304" pitchFamily="18" charset="0"/>
                <a:cs typeface="Times New Roman" panose="02020603050405020304" pitchFamily="18" charset="0"/>
              </a:rPr>
              <a:t>            return false</a:t>
            </a:r>
          </a:p>
          <a:p>
            <a:r>
              <a:rPr lang="en-US" sz="2000" dirty="0">
                <a:latin typeface="Times New Roman" panose="02020603050405020304" pitchFamily="18" charset="0"/>
                <a:cs typeface="Times New Roman" panose="02020603050405020304" pitchFamily="18" charset="0"/>
              </a:rPr>
              <a:t>    return true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9292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7788A-5447-D4C7-8A6C-D39DED38FF8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D818033-E1A7-60F6-86AA-6F17AF1E72CA}"/>
              </a:ext>
            </a:extLst>
          </p:cNvPr>
          <p:cNvPicPr>
            <a:picLocks noChangeAspect="1"/>
          </p:cNvPicPr>
          <p:nvPr/>
        </p:nvPicPr>
        <p:blipFill>
          <a:blip r:embed="rId3"/>
          <a:srcRect t="2613"/>
          <a:stretch>
            <a:fillRect/>
          </a:stretch>
        </p:blipFill>
        <p:spPr>
          <a:xfrm>
            <a:off x="10155419" y="72680"/>
            <a:ext cx="1990399" cy="666229"/>
          </a:xfrm>
          <a:prstGeom prst="rect">
            <a:avLst/>
          </a:prstGeom>
        </p:spPr>
      </p:pic>
      <p:pic>
        <p:nvPicPr>
          <p:cNvPr id="7" name="Picture 6">
            <a:extLst>
              <a:ext uri="{FF2B5EF4-FFF2-40B4-BE49-F238E27FC236}">
                <a16:creationId xmlns:a16="http://schemas.microsoft.com/office/drawing/2014/main" id="{963C48C2-9719-BB19-0EB8-72EF2EEAC81D}"/>
              </a:ext>
            </a:extLst>
          </p:cNvPr>
          <p:cNvPicPr>
            <a:picLocks noChangeAspect="1"/>
          </p:cNvPicPr>
          <p:nvPr/>
        </p:nvPicPr>
        <p:blipFill>
          <a:blip r:embed="rId4"/>
          <a:stretch>
            <a:fillRect/>
          </a:stretch>
        </p:blipFill>
        <p:spPr>
          <a:xfrm>
            <a:off x="678036" y="877767"/>
            <a:ext cx="3459066" cy="682382"/>
          </a:xfrm>
          <a:prstGeom prst="rect">
            <a:avLst/>
          </a:prstGeom>
        </p:spPr>
      </p:pic>
      <p:sp>
        <p:nvSpPr>
          <p:cNvPr id="3" name="TextBox 2">
            <a:extLst>
              <a:ext uri="{FF2B5EF4-FFF2-40B4-BE49-F238E27FC236}">
                <a16:creationId xmlns:a16="http://schemas.microsoft.com/office/drawing/2014/main" id="{F2F7C52F-15C1-B141-9185-4D9278F42770}"/>
              </a:ext>
            </a:extLst>
          </p:cNvPr>
          <p:cNvSpPr txBox="1"/>
          <p:nvPr/>
        </p:nvSpPr>
        <p:spPr>
          <a:xfrm>
            <a:off x="1524000" y="1874981"/>
            <a:ext cx="8488218" cy="1569660"/>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Problem:</a:t>
            </a:r>
            <a:r>
              <a:rPr lang="en-US" sz="2400" dirty="0">
                <a:latin typeface="Times New Roman" panose="02020603050405020304" pitchFamily="18" charset="0"/>
                <a:cs typeface="Times New Roman" panose="02020603050405020304" pitchFamily="18" charset="0"/>
              </a:rPr>
              <a:t> Given a string S of length n (distinct symbols assumed), output all permutations of its symbols in alphabetical order.</a:t>
            </a:r>
          </a:p>
          <a:p>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Example: S = "</a:t>
            </a:r>
            <a:r>
              <a:rPr lang="en-US" sz="2400" dirty="0" err="1">
                <a:latin typeface="Times New Roman" panose="02020603050405020304" pitchFamily="18" charset="0"/>
                <a:cs typeface="Times New Roman" panose="02020603050405020304" pitchFamily="18" charset="0"/>
              </a:rPr>
              <a:t>abc</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abc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acb</a:t>
            </a:r>
            <a:r>
              <a:rPr lang="en-US" sz="2400" dirty="0">
                <a:latin typeface="Times New Roman" panose="02020603050405020304" pitchFamily="18" charset="0"/>
                <a:cs typeface="Times New Roman" panose="02020603050405020304" pitchFamily="18" charset="0"/>
              </a:rPr>
              <a:t>, bac, </a:t>
            </a:r>
            <a:r>
              <a:rPr lang="en-US" sz="2400" dirty="0" err="1">
                <a:latin typeface="Times New Roman" panose="02020603050405020304" pitchFamily="18" charset="0"/>
                <a:cs typeface="Times New Roman" panose="02020603050405020304" pitchFamily="18" charset="0"/>
              </a:rPr>
              <a:t>bca</a:t>
            </a:r>
            <a:r>
              <a:rPr lang="en-US" sz="2400" dirty="0">
                <a:latin typeface="Times New Roman" panose="02020603050405020304" pitchFamily="18" charset="0"/>
                <a:cs typeface="Times New Roman" panose="02020603050405020304" pitchFamily="18" charset="0"/>
              </a:rPr>
              <a:t>, cab, cba.</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309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D5682-F54B-0A21-7598-2DB86519F5F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7F7066A-EDB2-9695-63D9-21489137F2C9}"/>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11" name="TextBox 10">
            <a:extLst>
              <a:ext uri="{FF2B5EF4-FFF2-40B4-BE49-F238E27FC236}">
                <a16:creationId xmlns:a16="http://schemas.microsoft.com/office/drawing/2014/main" id="{7F693F24-39DC-D7B0-E9CC-360BB816C2DC}"/>
              </a:ext>
            </a:extLst>
          </p:cNvPr>
          <p:cNvSpPr txBox="1"/>
          <p:nvPr/>
        </p:nvSpPr>
        <p:spPr>
          <a:xfrm>
            <a:off x="184727" y="738909"/>
            <a:ext cx="5384801" cy="563231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000" dirty="0">
                <a:latin typeface="Times New Roman" panose="02020603050405020304" pitchFamily="18" charset="0"/>
                <a:cs typeface="Times New Roman" panose="02020603050405020304" pitchFamily="18" charset="0"/>
              </a:rPr>
              <a:t>BRUTE FORCE:</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Input: array A[0..n-1] containing the characters of S (already sorted if you want lexicographic output)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function </a:t>
            </a:r>
            <a:r>
              <a:rPr lang="en-US" sz="2000" dirty="0" err="1">
                <a:latin typeface="Times New Roman" panose="02020603050405020304" pitchFamily="18" charset="0"/>
                <a:cs typeface="Times New Roman" panose="02020603050405020304" pitchFamily="18" charset="0"/>
              </a:rPr>
              <a:t>permute_swap</a:t>
            </a:r>
            <a:r>
              <a:rPr lang="en-US" sz="2000" dirty="0">
                <a:latin typeface="Times New Roman" panose="02020603050405020304" pitchFamily="18" charset="0"/>
                <a:cs typeface="Times New Roman" panose="02020603050405020304" pitchFamily="18" charset="0"/>
              </a:rPr>
              <a:t>(A, l, r):   # l = current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index, r = n-1</a:t>
            </a:r>
          </a:p>
          <a:p>
            <a:r>
              <a:rPr lang="en-US" sz="2000" dirty="0">
                <a:latin typeface="Times New Roman" panose="02020603050405020304" pitchFamily="18" charset="0"/>
                <a:cs typeface="Times New Roman" panose="02020603050405020304" pitchFamily="18" charset="0"/>
              </a:rPr>
              <a:t>    if l == r:</a:t>
            </a:r>
          </a:p>
          <a:p>
            <a:r>
              <a:rPr lang="en-US" sz="2000" dirty="0">
                <a:latin typeface="Times New Roman" panose="02020603050405020304" pitchFamily="18" charset="0"/>
                <a:cs typeface="Times New Roman" panose="02020603050405020304" pitchFamily="18" charset="0"/>
              </a:rPr>
              <a:t>        output A as one permutation</a:t>
            </a:r>
          </a:p>
          <a:p>
            <a:r>
              <a:rPr lang="en-US" sz="2000" dirty="0">
                <a:latin typeface="Times New Roman" panose="02020603050405020304" pitchFamily="18" charset="0"/>
                <a:cs typeface="Times New Roman" panose="02020603050405020304" pitchFamily="18" charset="0"/>
              </a:rPr>
              <a:t>        return</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from l to r:</a:t>
            </a:r>
          </a:p>
          <a:p>
            <a:r>
              <a:rPr lang="en-US" sz="2000" dirty="0">
                <a:latin typeface="Times New Roman" panose="02020603050405020304" pitchFamily="18" charset="0"/>
                <a:cs typeface="Times New Roman" panose="02020603050405020304" pitchFamily="18" charset="0"/>
              </a:rPr>
              <a:t>        swap(A[l], A[</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permute_swap</a:t>
            </a:r>
            <a:r>
              <a:rPr lang="en-US" sz="2000" dirty="0">
                <a:latin typeface="Times New Roman" panose="02020603050405020304" pitchFamily="18" charset="0"/>
                <a:cs typeface="Times New Roman" panose="02020603050405020304" pitchFamily="18" charset="0"/>
              </a:rPr>
              <a:t>(A, l+1, r)</a:t>
            </a:r>
          </a:p>
          <a:p>
            <a:r>
              <a:rPr lang="en-US" sz="2000" dirty="0">
                <a:latin typeface="Times New Roman" panose="02020603050405020304" pitchFamily="18" charset="0"/>
                <a:cs typeface="Times New Roman" panose="02020603050405020304" pitchFamily="18" charset="0"/>
              </a:rPr>
              <a:t>        swap(A[l], A[</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backtrack</a:t>
            </a:r>
          </a:p>
          <a:p>
            <a:endParaRPr lang="en-IN" sz="2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C6230A5-0786-89EE-2970-9E8C5B1DC0DA}"/>
              </a:ext>
            </a:extLst>
          </p:cNvPr>
          <p:cNvSpPr txBox="1"/>
          <p:nvPr/>
        </p:nvSpPr>
        <p:spPr>
          <a:xfrm>
            <a:off x="5661891" y="305068"/>
            <a:ext cx="5569527" cy="655564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000" dirty="0">
                <a:latin typeface="Times New Roman" panose="02020603050405020304" pitchFamily="18" charset="0"/>
                <a:cs typeface="Times New Roman" panose="02020603050405020304" pitchFamily="18" charset="0"/>
              </a:rPr>
              <a:t>BACKTRACKING: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Input: string S of length n</a:t>
            </a:r>
          </a:p>
          <a:p>
            <a:r>
              <a:rPr lang="en-US" sz="2000" dirty="0">
                <a:latin typeface="Times New Roman" panose="02020603050405020304" pitchFamily="18" charset="0"/>
                <a:cs typeface="Times New Roman" panose="02020603050405020304" pitchFamily="18" charset="0"/>
              </a:rPr>
              <a:t># Precondition: sort S to ensure alphabetical enumeration</a:t>
            </a:r>
          </a:p>
          <a:p>
            <a:r>
              <a:rPr lang="en-US" sz="2000" dirty="0">
                <a:latin typeface="Times New Roman" panose="02020603050405020304" pitchFamily="18" charset="0"/>
                <a:cs typeface="Times New Roman" panose="02020603050405020304" pitchFamily="18" charset="0"/>
              </a:rPr>
              <a:t>function </a:t>
            </a:r>
            <a:r>
              <a:rPr lang="en-US" sz="2000" dirty="0" err="1">
                <a:latin typeface="Times New Roman" panose="02020603050405020304" pitchFamily="18" charset="0"/>
                <a:cs typeface="Times New Roman" panose="02020603050405020304" pitchFamily="18" charset="0"/>
              </a:rPr>
              <a:t>permute_backtrack</a:t>
            </a:r>
            <a:r>
              <a:rPr lang="en-US" sz="2000" dirty="0">
                <a:latin typeface="Times New Roman" panose="02020603050405020304" pitchFamily="18" charset="0"/>
                <a:cs typeface="Times New Roman" panose="02020603050405020304" pitchFamily="18" charset="0"/>
              </a:rPr>
              <a:t>(prefix, used[]):</a:t>
            </a:r>
          </a:p>
          <a:p>
            <a:r>
              <a:rPr lang="en-US" sz="2000" dirty="0">
                <a:latin typeface="Times New Roman" panose="02020603050405020304" pitchFamily="18" charset="0"/>
                <a:cs typeface="Times New Roman" panose="02020603050405020304" pitchFamily="18" charset="0"/>
              </a:rPr>
              <a:t>    if length(prefix) == n:</a:t>
            </a:r>
          </a:p>
          <a:p>
            <a:r>
              <a:rPr lang="en-US" sz="2000" dirty="0">
                <a:latin typeface="Times New Roman" panose="02020603050405020304" pitchFamily="18" charset="0"/>
                <a:cs typeface="Times New Roman" panose="02020603050405020304" pitchFamily="18" charset="0"/>
              </a:rPr>
              <a:t>        output prefix</a:t>
            </a:r>
          </a:p>
          <a:p>
            <a:r>
              <a:rPr lang="en-US" sz="2000" dirty="0">
                <a:latin typeface="Times New Roman" panose="02020603050405020304" pitchFamily="18" charset="0"/>
                <a:cs typeface="Times New Roman" panose="02020603050405020304" pitchFamily="18" charset="0"/>
              </a:rPr>
              <a:t>        return</a:t>
            </a:r>
          </a:p>
          <a:p>
            <a:r>
              <a:rPr lang="en-US" sz="2000" dirty="0">
                <a:latin typeface="Times New Roman" panose="02020603050405020304" pitchFamily="18" charset="0"/>
                <a:cs typeface="Times New Roman" panose="02020603050405020304" pitchFamily="18" charset="0"/>
              </a:rPr>
              <a:t>    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from 0 to n-1:                 # iterate characters in sorted order</a:t>
            </a:r>
          </a:p>
          <a:p>
            <a:r>
              <a:rPr lang="en-US" sz="2000" dirty="0">
                <a:latin typeface="Times New Roman" panose="02020603050405020304" pitchFamily="18" charset="0"/>
                <a:cs typeface="Times New Roman" panose="02020603050405020304" pitchFamily="18" charset="0"/>
              </a:rPr>
              <a:t>        if not used[</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used[</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true</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permute_backtrack</a:t>
            </a:r>
            <a:r>
              <a:rPr lang="en-US" sz="2000" dirty="0">
                <a:latin typeface="Times New Roman" panose="02020603050405020304" pitchFamily="18" charset="0"/>
                <a:cs typeface="Times New Roman" panose="02020603050405020304" pitchFamily="18" charset="0"/>
              </a:rPr>
              <a:t>(prefix + S[</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used)</a:t>
            </a:r>
          </a:p>
          <a:p>
            <a:r>
              <a:rPr lang="en-US" sz="2000" dirty="0">
                <a:latin typeface="Times New Roman" panose="02020603050405020304" pitchFamily="18" charset="0"/>
                <a:cs typeface="Times New Roman" panose="02020603050405020304" pitchFamily="18" charset="0"/>
              </a:rPr>
              <a:t>            used[</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false               # backtrack</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call:</a:t>
            </a:r>
          </a:p>
          <a:p>
            <a:r>
              <a:rPr lang="en-US" sz="2000" dirty="0">
                <a:latin typeface="Times New Roman" panose="02020603050405020304" pitchFamily="18" charset="0"/>
                <a:cs typeface="Times New Roman" panose="02020603050405020304" pitchFamily="18" charset="0"/>
              </a:rPr>
              <a:t>sort S's characters</a:t>
            </a:r>
          </a:p>
          <a:p>
            <a:r>
              <a:rPr lang="en-US" sz="2000" dirty="0">
                <a:latin typeface="Times New Roman" panose="02020603050405020304" pitchFamily="18" charset="0"/>
                <a:cs typeface="Times New Roman" panose="02020603050405020304" pitchFamily="18" charset="0"/>
              </a:rPr>
              <a:t>used = array[n] of false</a:t>
            </a:r>
          </a:p>
          <a:p>
            <a:r>
              <a:rPr lang="en-US" sz="2000" dirty="0" err="1">
                <a:latin typeface="Times New Roman" panose="02020603050405020304" pitchFamily="18" charset="0"/>
                <a:cs typeface="Times New Roman" panose="02020603050405020304" pitchFamily="18" charset="0"/>
              </a:rPr>
              <a:t>permute_backtrack</a:t>
            </a:r>
            <a:r>
              <a:rPr lang="en-US" sz="2000" dirty="0">
                <a:latin typeface="Times New Roman" panose="02020603050405020304" pitchFamily="18" charset="0"/>
                <a:cs typeface="Times New Roman" panose="02020603050405020304" pitchFamily="18" charset="0"/>
              </a:rPr>
              <a:t>("", used)</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7057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43ADD-30B1-7562-3CDE-A9FADB0627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40E2C62-B3E5-A2D6-C564-BA92CB646015}"/>
              </a:ext>
            </a:extLst>
          </p:cNvPr>
          <p:cNvPicPr>
            <a:picLocks noChangeAspect="1"/>
          </p:cNvPicPr>
          <p:nvPr/>
        </p:nvPicPr>
        <p:blipFill>
          <a:blip r:embed="rId3"/>
          <a:srcRect t="2613"/>
          <a:stretch>
            <a:fillRect/>
          </a:stretch>
        </p:blipFill>
        <p:spPr>
          <a:xfrm>
            <a:off x="10155419" y="72680"/>
            <a:ext cx="1990399" cy="666229"/>
          </a:xfrm>
          <a:prstGeom prst="rect">
            <a:avLst/>
          </a:prstGeom>
        </p:spPr>
      </p:pic>
      <p:sp>
        <p:nvSpPr>
          <p:cNvPr id="4" name="TextBox 3">
            <a:extLst>
              <a:ext uri="{FF2B5EF4-FFF2-40B4-BE49-F238E27FC236}">
                <a16:creationId xmlns:a16="http://schemas.microsoft.com/office/drawing/2014/main" id="{BA97917B-3448-FF58-D835-FA3C86964E03}"/>
              </a:ext>
            </a:extLst>
          </p:cNvPr>
          <p:cNvSpPr txBox="1"/>
          <p:nvPr/>
        </p:nvSpPr>
        <p:spPr>
          <a:xfrm>
            <a:off x="4086040" y="1990061"/>
            <a:ext cx="4383705" cy="1015663"/>
          </a:xfrm>
          <a:prstGeom prst="rect">
            <a:avLst/>
          </a:prstGeom>
          <a:noFill/>
        </p:spPr>
        <p:txBody>
          <a:bodyPr wrap="square">
            <a:spAutoFit/>
          </a:bodyPr>
          <a:lstStyle/>
          <a:p>
            <a:pPr algn="just"/>
            <a:endParaRPr lang="en-US" sz="2000" dirty="0"/>
          </a:p>
          <a:p>
            <a:pPr algn="just"/>
            <a:r>
              <a:rPr lang="en-US" sz="4000" b="1" dirty="0">
                <a:latin typeface="Times New Roman" panose="02020603050405020304" pitchFamily="18" charset="0"/>
                <a:cs typeface="Times New Roman" panose="02020603050405020304" pitchFamily="18" charset="0"/>
              </a:rPr>
              <a:t>THANK YOU</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16487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0BEC85C9D213C40A7CCF7EBF71D5CAD" ma:contentTypeVersion="3" ma:contentTypeDescription="Create a new document." ma:contentTypeScope="" ma:versionID="1e6dad7b3710e682e9ea18334aa5051b">
  <xsd:schema xmlns:xsd="http://www.w3.org/2001/XMLSchema" xmlns:xs="http://www.w3.org/2001/XMLSchema" xmlns:p="http://schemas.microsoft.com/office/2006/metadata/properties" xmlns:ns2="795ef2fa-abf3-4dc0-ad86-a98183b3625d" targetNamespace="http://schemas.microsoft.com/office/2006/metadata/properties" ma:root="true" ma:fieldsID="e9da2a1f4100b85ebbc346110056d57e" ns2:_="">
    <xsd:import namespace="795ef2fa-abf3-4dc0-ad86-a98183b3625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5ef2fa-abf3-4dc0-ad86-a98183b362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046F99A-6980-48AF-A7E9-5162D13BCED2}">
  <ds:schemaRefs>
    <ds:schemaRef ds:uri="http://schemas.microsoft.com/sharepoint/v3/contenttype/forms"/>
  </ds:schemaRefs>
</ds:datastoreItem>
</file>

<file path=customXml/itemProps2.xml><?xml version="1.0" encoding="utf-8"?>
<ds:datastoreItem xmlns:ds="http://schemas.openxmlformats.org/officeDocument/2006/customXml" ds:itemID="{BAB1ACE3-88BD-43F1-BC40-5538369136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95ef2fa-abf3-4dc0-ad86-a98183b362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6F4D66B-8AE9-4270-A085-4DF17E9092E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570</TotalTime>
  <Words>1947</Words>
  <Application>Microsoft Office PowerPoint</Application>
  <PresentationFormat>Widescreen</PresentationFormat>
  <Paragraphs>242</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HELEN VIJITHA</dc:creator>
  <cp:lastModifiedBy>HELEN VIJITHA</cp:lastModifiedBy>
  <cp:revision>2</cp:revision>
  <dcterms:created xsi:type="dcterms:W3CDTF">2025-08-20T10:49:27Z</dcterms:created>
  <dcterms:modified xsi:type="dcterms:W3CDTF">2025-09-30T07:14:03Z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0x010100C0BEC85C9D213C40A7CCF7EBF71D5CAD</vt:lpwstr>
  </property>
</Properties>
</file>